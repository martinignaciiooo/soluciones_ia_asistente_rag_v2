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11624eeffda44d5" /><Relationship Type="http://schemas.openxmlformats.org/officeDocument/2006/relationships/extended-properties" Target="/docProps/app.xml" Id="Rb4daa20a2a9e4c37" /><Relationship Type="http://schemas.openxmlformats.org/officeDocument/2006/relationships/officeDocument" Target="/ppt/presentation.xml" Id="R55127272f37748ee" /></Relationships>
</file>

<file path=ppt/presentation.xml><?xml version="1.0" encoding="utf-8"?>
<p:presentation xmlns:p="http://schemas.openxmlformats.org/presentationml/2006/main">
  <p:sldMasterIdLst>
    <p:sldMasterId xmlns:r="http://schemas.openxmlformats.org/officeDocument/2006/relationships" id="2147483648" r:id="Re0a65ae70e554cc2"/>
  </p:sldMasterIdLst>
  <p:notesMasterIdLst>
    <p:notesMasterId xmlns:r="http://schemas.openxmlformats.org/officeDocument/2006/relationships" r:id="R2f0d46b787314d89"/>
  </p:notesMasterIdLst>
  <p:sldIdLst>
    <p:sldId xmlns:r="http://schemas.openxmlformats.org/officeDocument/2006/relationships" id="256" r:id="R31649aaad3734260"/>
    <p:sldId xmlns:r="http://schemas.openxmlformats.org/officeDocument/2006/relationships" id="257" r:id="R1f52e400347e465c"/>
    <p:sldId xmlns:r="http://schemas.openxmlformats.org/officeDocument/2006/relationships" id="258" r:id="Rca7ede431e444f37"/>
    <p:sldId xmlns:r="http://schemas.openxmlformats.org/officeDocument/2006/relationships" id="259" r:id="R82f4af359831490b"/>
    <p:sldId xmlns:r="http://schemas.openxmlformats.org/officeDocument/2006/relationships" id="260" r:id="R5b0b8f28129646eb"/>
    <p:sldId xmlns:r="http://schemas.openxmlformats.org/officeDocument/2006/relationships" id="261" r:id="R23896afb914e496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3d2cd69b78141d8" /><Relationship Type="http://schemas.openxmlformats.org/officeDocument/2006/relationships/slideMaster" Target="/ppt/slideMasters/slideMaster1.xml" Id="Re0a65ae70e554cc2" /><Relationship Type="http://schemas.openxmlformats.org/officeDocument/2006/relationships/notesMaster" Target="/ppt/notesMasters/notesMaster1.xml" Id="R2f0d46b787314d89" /><Relationship Type="http://schemas.openxmlformats.org/officeDocument/2006/relationships/presProps" Target="/ppt/presProps.xml" Id="R5da6293b508349c6" /><Relationship Type="http://schemas.openxmlformats.org/officeDocument/2006/relationships/tableStyles" Target="/ppt/tableStyles.xml" Id="Rea3e91d14de44088" /><Relationship Type="http://schemas.openxmlformats.org/officeDocument/2006/relationships/slide" Target="/ppt/slides/slide1.xml" Id="R31649aaad3734260" /><Relationship Type="http://schemas.openxmlformats.org/officeDocument/2006/relationships/slide" Target="/ppt/slides/slide2.xml" Id="R1f52e400347e465c" /><Relationship Type="http://schemas.openxmlformats.org/officeDocument/2006/relationships/slide" Target="/ppt/slides/slide3.xml" Id="Rca7ede431e444f37" /><Relationship Type="http://schemas.openxmlformats.org/officeDocument/2006/relationships/slide" Target="/ppt/slides/slide4.xml" Id="R82f4af359831490b" /><Relationship Type="http://schemas.openxmlformats.org/officeDocument/2006/relationships/slide" Target="/ppt/slides/slide5.xml" Id="R5b0b8f28129646eb" /><Relationship Type="http://schemas.openxmlformats.org/officeDocument/2006/relationships/slide" Target="/ppt/slides/slide6.xml" Id="R23896afb914e496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6287e69399c477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0c8136121bd4ee4" /><Relationship Type="http://schemas.openxmlformats.org/officeDocument/2006/relationships/notesMaster" Target="/ppt/notesMasters/notesMaster1.xml" Id="R171bbd9a1f16417d" /></Relationships>
</file>

<file path=ppt/notesSlides/_rels/notesSlide2.xml.rels>&#65279;<?xml version="1.0" encoding="utf-8"?><Relationships xmlns="http://schemas.openxmlformats.org/package/2006/relationships"><Relationship Type="http://schemas.openxmlformats.org/officeDocument/2006/relationships/slide" Target="/ppt/slides/slide2.xml" Id="Rfb194290dec54d40" /><Relationship Type="http://schemas.openxmlformats.org/officeDocument/2006/relationships/notesMaster" Target="/ppt/notesMasters/notesMaster1.xml" Id="Rb700dd39bdfb4953" /></Relationships>
</file>

<file path=ppt/notesSlides/_rels/notesSlide3.xml.rels>&#65279;<?xml version="1.0" encoding="utf-8"?><Relationships xmlns="http://schemas.openxmlformats.org/package/2006/relationships"><Relationship Type="http://schemas.openxmlformats.org/officeDocument/2006/relationships/slide" Target="/ppt/slides/slide3.xml" Id="R87b27883663a48c6" /><Relationship Type="http://schemas.openxmlformats.org/officeDocument/2006/relationships/notesMaster" Target="/ppt/notesMasters/notesMaster1.xml" Id="R2ffa3d4ff2e44ccb" /></Relationships>
</file>

<file path=ppt/notesSlides/_rels/notesSlide4.xml.rels>&#65279;<?xml version="1.0" encoding="utf-8"?><Relationships xmlns="http://schemas.openxmlformats.org/package/2006/relationships"><Relationship Type="http://schemas.openxmlformats.org/officeDocument/2006/relationships/slide" Target="/ppt/slides/slide4.xml" Id="Rbb2fa100f04a4e53" /><Relationship Type="http://schemas.openxmlformats.org/officeDocument/2006/relationships/notesMaster" Target="/ppt/notesMasters/notesMaster1.xml" Id="Rfd05bfe403ed4ebf" /></Relationships>
</file>

<file path=ppt/notesSlides/_rels/notesSlide5.xml.rels>&#65279;<?xml version="1.0" encoding="utf-8"?><Relationships xmlns="http://schemas.openxmlformats.org/package/2006/relationships"><Relationship Type="http://schemas.openxmlformats.org/officeDocument/2006/relationships/slide" Target="/ppt/slides/slide5.xml" Id="Rb41148d2d48f4261" /><Relationship Type="http://schemas.openxmlformats.org/officeDocument/2006/relationships/notesMaster" Target="/ppt/notesMasters/notesMaster1.xml" Id="R5087b058b9f442f8" /></Relationships>
</file>

<file path=ppt/notesSlides/_rels/notesSlide6.xml.rels>&#65279;<?xml version="1.0" encoding="utf-8"?><Relationships xmlns="http://schemas.openxmlformats.org/package/2006/relationships"><Relationship Type="http://schemas.openxmlformats.org/officeDocument/2006/relationships/slide" Target="/ppt/slides/slide6.xml" Id="Rbe703ad5a76b4593" /><Relationship Type="http://schemas.openxmlformats.org/officeDocument/2006/relationships/notesMaster" Target="/ppt/notesMasters/notesMaster1.xml" Id="R9820dea963d640e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0:00–0:35. Martín. Presentar el problema y el alcance informativo. El escenario de la EP1 es simulado. No afirmar que se midió demanda real. Fuente: informe EP1 y corpus del proyecto. Declaración: material descriptivo preparado con asistencia de ChatGPT y sujeto a revisión del equipo.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0:35–1:35. Valentina. Describir el ciclo: el modelo recibe esquemas y propone tool_calls; el registro ejecuta funciones conocidas y devuelve resultados. Hay cuatro tools: buscar_normativa, evaluar_plazo, guardar_borrador y recuperar_borradores. Esta última consulta artefactos persistidos, no chat eliminado. El equipo debe redactar y defender las razones de sus elecciones. Fuentes: src/agent.py; src/long_term.py; storage.py; retrieval.py; https://docs.langchain.com/oss/python/langgraph/graph-api ; https://openrouter.ai/docs/guides/features/tool-calling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1:35–2:20. Martín. Corto plazo: ConversationBufferWindowMemory real con k=5; PostgreSQL elimina los intercambios anteriores a cinco. Largo plazo: borradores persistidos, recuperados por similitud de embeddings a petición. Hasta dos resultados entre los veinte últimos de la misma conversación, umbral 0,38 pendiente de calibración con ensayos reales. Las referencias BORRADOR no son normativa. No se recupera historial borrado. Cota adicional: 24000 bytes por petición; se omiten pares históricos completos si hace falta. GPT Luna mantiene effort low, máximo 1000 tokens de salida y cero reintentos. La base comparte el registro de coste y reservas, pero no conoce usos externos de la clave. Fuentes: src/storage.py, long_term.py, provider.py; https://docs.langchain.com/oss/python/concepts/memory ; https://openrouter.ai/docs/guides/best-practices/reasoning-tokens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2:20–4:20. Ambos. Abrir el notebook ya preparado. Fecha simulada 2026-04-06. Ejecutar la consulta de retiro y mostrar citas, traza y borrador guardado. Si alcanza el tiempo, cambiar al 2026-04-11 para plazo vencido o recuperar el borrador anterior. Ensayar todos los casos antes. La traza previa del usuario guardó borrador pero falló el cierre por citas; la corrección tiene regresión automática y requiere ensayo real final. Identificar como anterior cualquier evidencia de respaldo. No mostrar secretos. Guardar ensayos con Descargar evidencia. Fuente: data/interna/calendario_academico.md y docs/pendientes_del_equipo.md.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4:20–5:00. Ambos. Sustituir estas preguntas por conclusiones y aprendizajes escritos por el equipo sin IA antes de presentar. No leer los espacios como conclusiones terminadas. La pauta EP2 prohíbe IA para conclusiones, justificaciones técnicas y reflexiones individuales.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Anexo para los dos minutos de preguntas. Evidencia: docs/evidencias/salida_pruebas_postgresql.txt (78 aprobadas); salida_pruebas.txt (73 aprobadas, 5 omitidas sin TEST_DATABASE_URL); prueba_neon_real.json (SQL Neon); manual_ep1_verificado.json (cuatro documentos originales). Se probó la memoria de borradores tras borrar turnos y reiniciar, aislamiento, umbral semántico y exportación sin secretos. Los modelos están simulados: estos resultados no demuestran precisión real. La ejecución corregida del grupo debe exportarse desde Colab. Para preguntas consultar docs/demo_y_defensa.md. Las explicaciones argumentativas y conclusiones deben prepararlas los integrantes sin 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562fbc1285a49c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94497fecf88462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100778f03d34bb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6ed31f7bbc4491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712bc5e8d5443c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af36a43fac6402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F45458F-03E5-4C5E-9A0A-4585D32CBE0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FB84752-1B4F-4C3F-89C5-C4691FE9E8BC}"/>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406C133-2627-439E-A92C-1206CC5347F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3FB071F-D031-4D9F-9486-2256695DD55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FFC8230-E2EE-4880-ABB6-C5375046AC5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A4C815A-AF51-4ACC-A2B1-4E28AD0110A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5078BAC-6405-4B00-8F2F-1373C600BD2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ACF443C-EF3E-463A-8CE6-2E915A46DA5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8FA9B62-55AE-4DB0-BE53-6A798D727B2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69B4470-4609-41B5-9B9C-C497F64DD2A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a103b5249974510" /><Relationship Type="http://schemas.openxmlformats.org/officeDocument/2006/relationships/slideLayout" Target="/ppt/slideLayouts/slideLayout1.xml" Id="Rcba9aceb87674502" /><Relationship Type="http://schemas.openxmlformats.org/officeDocument/2006/relationships/slideLayout" Target="/ppt/slideLayouts/slideLayout2.xml" Id="Rdf6536db51974870" /><Relationship Type="http://schemas.openxmlformats.org/officeDocument/2006/relationships/slideLayout" Target="/ppt/slideLayouts/slideLayout3.xml" Id="R2643954351a94990" /><Relationship Type="http://schemas.openxmlformats.org/officeDocument/2006/relationships/slideLayout" Target="/ppt/slideLayouts/slideLayout4.xml" Id="R53d7e645ac6d4edd" /><Relationship Type="http://schemas.openxmlformats.org/officeDocument/2006/relationships/slideLayout" Target="/ppt/slideLayouts/slideLayout5.xml" Id="R6f4fc33a88964fed" /><Relationship Type="http://schemas.openxmlformats.org/officeDocument/2006/relationships/slideLayout" Target="/ppt/slideLayouts/slideLayout6.xml" Id="R2829540fd9e64bd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ba9aceb87674502"/>
    <p:sldLayoutId xmlns:r="http://schemas.openxmlformats.org/officeDocument/2006/relationships" id="2147483650" r:id="Rdf6536db51974870"/>
    <p:sldLayoutId xmlns:r="http://schemas.openxmlformats.org/officeDocument/2006/relationships" id="2147483651" r:id="R2643954351a94990"/>
    <p:sldLayoutId xmlns:r="http://schemas.openxmlformats.org/officeDocument/2006/relationships" id="2147483652" r:id="R53d7e645ac6d4edd"/>
    <p:sldLayoutId xmlns:r="http://schemas.openxmlformats.org/officeDocument/2006/relationships" id="2147483653" r:id="R6f4fc33a88964fed"/>
    <p:sldLayoutId xmlns:r="http://schemas.openxmlformats.org/officeDocument/2006/relationships" id="2147483654" r:id="R2829540fd9e64bd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7ef53ad2019474b" /><Relationship Type="http://schemas.openxmlformats.org/officeDocument/2006/relationships/notesSlide" Target="/ppt/notesSlides/notesSlide1.xml" Id="Re5bbde266a304cd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4e1738b377d4db9" /><Relationship Type="http://schemas.openxmlformats.org/officeDocument/2006/relationships/notesSlide" Target="/ppt/notesSlides/notesSlide2.xml" Id="Rda8d9b368d254d4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c8d459a68ae43a0" /><Relationship Type="http://schemas.openxmlformats.org/officeDocument/2006/relationships/notesSlide" Target="/ppt/notesSlides/notesSlide3.xml" Id="Rb7a8345e7229425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5b7832b828647dd" /><Relationship Type="http://schemas.openxmlformats.org/officeDocument/2006/relationships/notesSlide" Target="/ppt/notesSlides/notesSlide4.xml" Id="Rfbb9745835ca4bb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e1101d0e361433b" /><Relationship Type="http://schemas.openxmlformats.org/officeDocument/2006/relationships/notesSlide" Target="/ppt/notesSlides/notesSlide5.xml" Id="R7e61476c81364e6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49dd0154f5bb4233" /><Relationship Type="http://schemas.openxmlformats.org/officeDocument/2006/relationships/notesSlide" Target="/ppt/notesSlides/notesSlide6.xml" Id="Rb080dbf132c942fb" /></Relationships>
</file>

<file path=ppt/slides/slide1.xml><?xml version="1.0" encoding="utf-8"?>
<p:sld xmlns:p="http://schemas.openxmlformats.org/presentationml/2006/main">
  <p:cSld>
    <p:bg>
      <p:bgPr>
        <a:solidFill xmlns:a="http://schemas.openxmlformats.org/drawingml/2006/main">
          <a:srgbClr val="FAFBFC"/>
        </a:solidFill>
      </p:bgPr>
    </p:bg>
    <p:spTree>
      <p:nvGrpSpPr>
        <p:cNvPr id="1" name=""/>
        <p:cNvGrpSpPr/>
        <p:nvPr/>
      </p:nvGrpSpPr>
      <p:grpSpPr>
        <a:xfrm xmlns:a="http://schemas.openxmlformats.org/drawingml/2006/main"/>
      </p:grpSpPr>
      <p:sp>
        <p:nvSpPr>
          <p:cNvPr id="8" name="text-0">
            <a:extLst xmlns:a="http://schemas.openxmlformats.org/drawingml/2006/main">
              <a:ext uri="{FF2B5EF4-FFF2-40B4-BE49-F238E27FC236}">
                <a16:creationId xmlns:a16="http://schemas.microsoft.com/office/drawing/2014/main" id="{38F47324-9588-440A-A3DD-138E388F6609}"/>
              </a:ext>
            </a:extLst>
          </p:cNvPr>
          <p:cNvSpPr>
            <a:spLocks xmlns:a="http://schemas.openxmlformats.org/drawingml/2006/main" noGrp="1"/>
          </p:cNvSpPr>
          <p:nvPr/>
        </p:nvSpPr>
        <p:spPr>
          <a:xfrm xmlns:a="http://schemas.openxmlformats.org/drawingml/2006/main">
            <a:off x="619125" y="419100"/>
            <a:ext cx="1095375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3300" b="1">
                <a:solidFill>
                  <a:srgbClr val="193348"/>
                </a:solidFill>
                <a:latin typeface="DejaVu Sans"/>
                <a:ea typeface="DejaVu Sans"/>
                <a:cs typeface="DejaVu Sans"/>
              </a:defRPr>
            </a:defPPr>
            <a:lvl1pPr>
              <a:buNone/>
              <a:defRPr sz="3300" b="1">
                <a:solidFill>
                  <a:srgbClr val="193348"/>
                </a:solidFill>
                <a:latin typeface="DejaVu Sans"/>
                <a:ea typeface="DejaVu Sans"/>
                <a:cs typeface="DejaVu Sans"/>
              </a:defRPr>
            </a:lvl1pPr>
            <a:lvl2pPr>
              <a:buNone/>
              <a:defRPr sz="3300" b="1">
                <a:solidFill>
                  <a:srgbClr val="193348"/>
                </a:solidFill>
                <a:latin typeface="DejaVu Sans"/>
                <a:ea typeface="DejaVu Sans"/>
                <a:cs typeface="DejaVu Sans"/>
              </a:defRPr>
            </a:lvl2pPr>
            <a:lvl3pPr>
              <a:buNone/>
              <a:defRPr sz="3300" b="1">
                <a:solidFill>
                  <a:srgbClr val="193348"/>
                </a:solidFill>
                <a:latin typeface="DejaVu Sans"/>
                <a:ea typeface="DejaVu Sans"/>
                <a:cs typeface="DejaVu Sans"/>
              </a:defRPr>
            </a:lvl3pPr>
            <a:lvl4pPr>
              <a:buNone/>
              <a:defRPr sz="3300" b="1">
                <a:solidFill>
                  <a:srgbClr val="193348"/>
                </a:solidFill>
                <a:latin typeface="DejaVu Sans"/>
                <a:ea typeface="DejaVu Sans"/>
                <a:cs typeface="DejaVu Sans"/>
              </a:defRPr>
            </a:lvl4pPr>
            <a:lvl5pPr>
              <a:buNone/>
              <a:defRPr sz="3300" b="1">
                <a:solidFill>
                  <a:srgbClr val="193348"/>
                </a:solidFill>
                <a:latin typeface="DejaVu Sans"/>
                <a:ea typeface="DejaVu Sans"/>
                <a:cs typeface="DejaVu Sans"/>
              </a:defRPr>
            </a:lvl5pPr>
            <a:lvl6pPr>
              <a:buNone/>
              <a:defRPr sz="3300" b="1">
                <a:solidFill>
                  <a:srgbClr val="193348"/>
                </a:solidFill>
                <a:latin typeface="DejaVu Sans"/>
                <a:ea typeface="DejaVu Sans"/>
                <a:cs typeface="DejaVu Sans"/>
              </a:defRPr>
            </a:lvl6pPr>
            <a:lvl7pPr>
              <a:buNone/>
              <a:defRPr sz="3300" b="1">
                <a:solidFill>
                  <a:srgbClr val="193348"/>
                </a:solidFill>
                <a:latin typeface="DejaVu Sans"/>
                <a:ea typeface="DejaVu Sans"/>
                <a:cs typeface="DejaVu Sans"/>
              </a:defRPr>
            </a:lvl7pPr>
            <a:lvl8pPr>
              <a:buNone/>
              <a:defRPr sz="3300" b="1">
                <a:solidFill>
                  <a:srgbClr val="193348"/>
                </a:solidFill>
                <a:latin typeface="DejaVu Sans"/>
                <a:ea typeface="DejaVu Sans"/>
                <a:cs typeface="DejaVu Sans"/>
              </a:defRPr>
            </a:lvl8pPr>
            <a:lvl9pPr>
              <a:buNone/>
              <a:defRPr sz="3300" b="1">
                <a:solidFill>
                  <a:srgbClr val="193348"/>
                </a:solidFill>
                <a:latin typeface="DejaVu Sans"/>
                <a:ea typeface="DejaVu Sans"/>
                <a:cs typeface="DejaVu Sans"/>
              </a:defRPr>
            </a:lvl9pPr>
          </a:lstStyle>
          <a:p xmlns:a="http://schemas.openxmlformats.org/drawingml/2006/main">
            <a:pPr>
              <a:buNone/>
              <a:defRPr sz="3300" b="1">
                <a:solidFill>
                  <a:srgbClr val="193348"/>
                </a:solidFill>
                <a:latin typeface="DejaVu Sans"/>
                <a:ea typeface="DejaVu Sans"/>
                <a:cs typeface="DejaVu Sans"/>
              </a:defRPr>
            </a:pPr>
            <a:r>
              <a:rPr sz="3300" b="1">
                <a:solidFill>
                  <a:srgbClr val="193348"/>
                </a:solidFill>
                <a:latin typeface="DejaVu Sans"/>
                <a:ea typeface="DejaVu Sans"/>
                <a:cs typeface="DejaVu Sans"/>
              </a:rPr>
              <a:t>AsistenteReg para Registro Curricular</a:t>
            </a:r>
          </a:p>
        </p:txBody>
      </p:sp>
      <p:sp>
        <p:nvSpPr>
          <p:cNvPr id="2" name="text-1">
            <a:extLst xmlns:a="http://schemas.openxmlformats.org/drawingml/2006/main">
              <a:ext uri="{FF2B5EF4-FFF2-40B4-BE49-F238E27FC236}">
                <a16:creationId xmlns:a16="http://schemas.microsoft.com/office/drawing/2014/main" id="{08978F62-C6EA-4C2D-A39A-1722BCAB3A1F}"/>
              </a:ext>
            </a:extLst>
          </p:cNvPr>
          <p:cNvSpPr>
            <a:spLocks xmlns:a="http://schemas.openxmlformats.org/drawingml/2006/main" noGrp="1"/>
          </p:cNvSpPr>
          <p:nvPr/>
        </p:nvSpPr>
        <p:spPr>
          <a:xfrm xmlns:a="http://schemas.openxmlformats.org/drawingml/2006/main">
            <a:off x="619125" y="6419850"/>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275" b="0">
                <a:solidFill>
                  <a:srgbClr val="4C6273"/>
                </a:solidFill>
                <a:latin typeface="DejaVu Sans"/>
                <a:ea typeface="DejaVu Sans"/>
                <a:cs typeface="DejaVu Sans"/>
              </a:defRPr>
            </a:defPPr>
            <a:lvl1pPr>
              <a:buNone/>
              <a:defRPr sz="1275" b="0">
                <a:solidFill>
                  <a:srgbClr val="4C6273"/>
                </a:solidFill>
                <a:latin typeface="DejaVu Sans"/>
                <a:ea typeface="DejaVu Sans"/>
                <a:cs typeface="DejaVu Sans"/>
              </a:defRPr>
            </a:lvl1pPr>
            <a:lvl2pPr>
              <a:buNone/>
              <a:defRPr sz="1275" b="0">
                <a:solidFill>
                  <a:srgbClr val="4C6273"/>
                </a:solidFill>
                <a:latin typeface="DejaVu Sans"/>
                <a:ea typeface="DejaVu Sans"/>
                <a:cs typeface="DejaVu Sans"/>
              </a:defRPr>
            </a:lvl2pPr>
            <a:lvl3pPr>
              <a:buNone/>
              <a:defRPr sz="1275" b="0">
                <a:solidFill>
                  <a:srgbClr val="4C6273"/>
                </a:solidFill>
                <a:latin typeface="DejaVu Sans"/>
                <a:ea typeface="DejaVu Sans"/>
                <a:cs typeface="DejaVu Sans"/>
              </a:defRPr>
            </a:lvl3pPr>
            <a:lvl4pPr>
              <a:buNone/>
              <a:defRPr sz="1275" b="0">
                <a:solidFill>
                  <a:srgbClr val="4C6273"/>
                </a:solidFill>
                <a:latin typeface="DejaVu Sans"/>
                <a:ea typeface="DejaVu Sans"/>
                <a:cs typeface="DejaVu Sans"/>
              </a:defRPr>
            </a:lvl4pPr>
            <a:lvl5pPr>
              <a:buNone/>
              <a:defRPr sz="1275" b="0">
                <a:solidFill>
                  <a:srgbClr val="4C6273"/>
                </a:solidFill>
                <a:latin typeface="DejaVu Sans"/>
                <a:ea typeface="DejaVu Sans"/>
                <a:cs typeface="DejaVu Sans"/>
              </a:defRPr>
            </a:lvl5pPr>
            <a:lvl6pPr>
              <a:buNone/>
              <a:defRPr sz="1275" b="0">
                <a:solidFill>
                  <a:srgbClr val="4C6273"/>
                </a:solidFill>
                <a:latin typeface="DejaVu Sans"/>
                <a:ea typeface="DejaVu Sans"/>
                <a:cs typeface="DejaVu Sans"/>
              </a:defRPr>
            </a:lvl6pPr>
            <a:lvl7pPr>
              <a:buNone/>
              <a:defRPr sz="1275" b="0">
                <a:solidFill>
                  <a:srgbClr val="4C6273"/>
                </a:solidFill>
                <a:latin typeface="DejaVu Sans"/>
                <a:ea typeface="DejaVu Sans"/>
                <a:cs typeface="DejaVu Sans"/>
              </a:defRPr>
            </a:lvl7pPr>
            <a:lvl8pPr>
              <a:buNone/>
              <a:defRPr sz="1275" b="0">
                <a:solidFill>
                  <a:srgbClr val="4C6273"/>
                </a:solidFill>
                <a:latin typeface="DejaVu Sans"/>
                <a:ea typeface="DejaVu Sans"/>
                <a:cs typeface="DejaVu Sans"/>
              </a:defRPr>
            </a:lvl8pPr>
            <a:lvl9pPr>
              <a:buNone/>
              <a:defRPr sz="1275" b="0">
                <a:solidFill>
                  <a:srgbClr val="4C6273"/>
                </a:solidFill>
                <a:latin typeface="DejaVu Sans"/>
                <a:ea typeface="DejaVu Sans"/>
                <a:cs typeface="DejaVu Sans"/>
              </a:defRPr>
            </a:lvl9pPr>
          </a:lstStyle>
          <a:p xmlns:a="http://schemas.openxmlformats.org/drawingml/2006/main">
            <a:pPr>
              <a:buNone/>
              <a:defRPr sz="1275" b="0">
                <a:solidFill>
                  <a:srgbClr val="4C6273"/>
                </a:solidFill>
                <a:latin typeface="DejaVu Sans"/>
                <a:ea typeface="DejaVu Sans"/>
                <a:cs typeface="DejaVu Sans"/>
              </a:defRPr>
            </a:pPr>
            <a:r>
              <a:rPr sz="1275" b="0">
                <a:solidFill>
                  <a:srgbClr val="4C6273"/>
                </a:solidFill>
                <a:latin typeface="DejaVu Sans"/>
                <a:ea typeface="DejaVu Sans"/>
                <a:cs typeface="DejaVu Sans"/>
              </a:rPr>
              <a:t>AsistenteReg EP2</a:t>
            </a:r>
          </a:p>
        </p:txBody>
      </p:sp>
      <p:sp>
        <p:nvSpPr>
          <p:cNvPr id="3" name="text-2">
            <a:extLst xmlns:a="http://schemas.openxmlformats.org/drawingml/2006/main">
              <a:ext uri="{FF2B5EF4-FFF2-40B4-BE49-F238E27FC236}">
                <a16:creationId xmlns:a16="http://schemas.microsoft.com/office/drawing/2014/main" id="{72657093-262C-4A2D-BAEF-478573B120C4}"/>
              </a:ext>
            </a:extLst>
          </p:cNvPr>
          <p:cNvSpPr>
            <a:spLocks xmlns:a="http://schemas.openxmlformats.org/drawingml/2006/main" noGrp="1"/>
          </p:cNvSpPr>
          <p:nvPr/>
        </p:nvSpPr>
        <p:spPr>
          <a:xfrm xmlns:a="http://schemas.openxmlformats.org/drawingml/2006/main">
            <a:off x="11144250" y="641985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275" b="0">
                <a:solidFill>
                  <a:srgbClr val="4C6273"/>
                </a:solidFill>
                <a:latin typeface="DejaVu Sans"/>
                <a:ea typeface="DejaVu Sans"/>
                <a:cs typeface="DejaVu Sans"/>
              </a:defRPr>
            </a:defPPr>
            <a:lvl1pPr>
              <a:buNone/>
              <a:defRPr sz="1275" b="0">
                <a:solidFill>
                  <a:srgbClr val="4C6273"/>
                </a:solidFill>
                <a:latin typeface="DejaVu Sans"/>
                <a:ea typeface="DejaVu Sans"/>
                <a:cs typeface="DejaVu Sans"/>
              </a:defRPr>
            </a:lvl1pPr>
            <a:lvl2pPr>
              <a:buNone/>
              <a:defRPr sz="1275" b="0">
                <a:solidFill>
                  <a:srgbClr val="4C6273"/>
                </a:solidFill>
                <a:latin typeface="DejaVu Sans"/>
                <a:ea typeface="DejaVu Sans"/>
                <a:cs typeface="DejaVu Sans"/>
              </a:defRPr>
            </a:lvl2pPr>
            <a:lvl3pPr>
              <a:buNone/>
              <a:defRPr sz="1275" b="0">
                <a:solidFill>
                  <a:srgbClr val="4C6273"/>
                </a:solidFill>
                <a:latin typeface="DejaVu Sans"/>
                <a:ea typeface="DejaVu Sans"/>
                <a:cs typeface="DejaVu Sans"/>
              </a:defRPr>
            </a:lvl3pPr>
            <a:lvl4pPr>
              <a:buNone/>
              <a:defRPr sz="1275" b="0">
                <a:solidFill>
                  <a:srgbClr val="4C6273"/>
                </a:solidFill>
                <a:latin typeface="DejaVu Sans"/>
                <a:ea typeface="DejaVu Sans"/>
                <a:cs typeface="DejaVu Sans"/>
              </a:defRPr>
            </a:lvl4pPr>
            <a:lvl5pPr>
              <a:buNone/>
              <a:defRPr sz="1275" b="0">
                <a:solidFill>
                  <a:srgbClr val="4C6273"/>
                </a:solidFill>
                <a:latin typeface="DejaVu Sans"/>
                <a:ea typeface="DejaVu Sans"/>
                <a:cs typeface="DejaVu Sans"/>
              </a:defRPr>
            </a:lvl5pPr>
            <a:lvl6pPr>
              <a:buNone/>
              <a:defRPr sz="1275" b="0">
                <a:solidFill>
                  <a:srgbClr val="4C6273"/>
                </a:solidFill>
                <a:latin typeface="DejaVu Sans"/>
                <a:ea typeface="DejaVu Sans"/>
                <a:cs typeface="DejaVu Sans"/>
              </a:defRPr>
            </a:lvl6pPr>
            <a:lvl7pPr>
              <a:buNone/>
              <a:defRPr sz="1275" b="0">
                <a:solidFill>
                  <a:srgbClr val="4C6273"/>
                </a:solidFill>
                <a:latin typeface="DejaVu Sans"/>
                <a:ea typeface="DejaVu Sans"/>
                <a:cs typeface="DejaVu Sans"/>
              </a:defRPr>
            </a:lvl7pPr>
            <a:lvl8pPr>
              <a:buNone/>
              <a:defRPr sz="1275" b="0">
                <a:solidFill>
                  <a:srgbClr val="4C6273"/>
                </a:solidFill>
                <a:latin typeface="DejaVu Sans"/>
                <a:ea typeface="DejaVu Sans"/>
                <a:cs typeface="DejaVu Sans"/>
              </a:defRPr>
            </a:lvl8pPr>
            <a:lvl9pPr>
              <a:buNone/>
              <a:defRPr sz="1275" b="0">
                <a:solidFill>
                  <a:srgbClr val="4C6273"/>
                </a:solidFill>
                <a:latin typeface="DejaVu Sans"/>
                <a:ea typeface="DejaVu Sans"/>
                <a:cs typeface="DejaVu Sans"/>
              </a:defRPr>
            </a:lvl9pPr>
          </a:lstStyle>
          <a:p xmlns:a="http://schemas.openxmlformats.org/drawingml/2006/main">
            <a:pPr>
              <a:buNone/>
              <a:defRPr sz="1275" b="0">
                <a:solidFill>
                  <a:srgbClr val="4C6273"/>
                </a:solidFill>
                <a:latin typeface="DejaVu Sans"/>
                <a:ea typeface="DejaVu Sans"/>
                <a:cs typeface="DejaVu Sans"/>
              </a:defRPr>
            </a:pPr>
            <a:r>
              <a:rPr sz="1275" b="0">
                <a:solidFill>
                  <a:srgbClr val="4C6273"/>
                </a:solidFill>
                <a:latin typeface="DejaVu Sans"/>
                <a:ea typeface="DejaVu Sans"/>
                <a:cs typeface="DejaVu Sans"/>
              </a:rPr>
              <a:t>1</a:t>
            </a:r>
          </a:p>
        </p:txBody>
      </p:sp>
      <p:sp>
        <p:nvSpPr>
          <p:cNvPr id="4" name="text-3">
            <a:extLst xmlns:a="http://schemas.openxmlformats.org/drawingml/2006/main">
              <a:ext uri="{FF2B5EF4-FFF2-40B4-BE49-F238E27FC236}">
                <a16:creationId xmlns:a16="http://schemas.microsoft.com/office/drawing/2014/main" id="{47BAF826-4940-44CD-A278-2AA16C8B545A}"/>
              </a:ext>
            </a:extLst>
          </p:cNvPr>
          <p:cNvSpPr>
            <a:spLocks xmlns:a="http://schemas.openxmlformats.org/drawingml/2006/main" noGrp="1"/>
          </p:cNvSpPr>
          <p:nvPr/>
        </p:nvSpPr>
        <p:spPr>
          <a:xfrm xmlns:a="http://schemas.openxmlformats.org/drawingml/2006/main">
            <a:off x="619125" y="1476375"/>
            <a:ext cx="101917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850" b="0">
                <a:solidFill>
                  <a:srgbClr val="1E7B80"/>
                </a:solidFill>
                <a:latin typeface="DejaVu Sans"/>
                <a:ea typeface="DejaVu Sans"/>
                <a:cs typeface="DejaVu Sans"/>
              </a:defRPr>
            </a:defPPr>
            <a:lvl1pPr>
              <a:buNone/>
              <a:defRPr sz="2850" b="0">
                <a:solidFill>
                  <a:srgbClr val="1E7B80"/>
                </a:solidFill>
                <a:latin typeface="DejaVu Sans"/>
                <a:ea typeface="DejaVu Sans"/>
                <a:cs typeface="DejaVu Sans"/>
              </a:defRPr>
            </a:lvl1pPr>
            <a:lvl2pPr>
              <a:buNone/>
              <a:defRPr sz="2850" b="0">
                <a:solidFill>
                  <a:srgbClr val="1E7B80"/>
                </a:solidFill>
                <a:latin typeface="DejaVu Sans"/>
                <a:ea typeface="DejaVu Sans"/>
                <a:cs typeface="DejaVu Sans"/>
              </a:defRPr>
            </a:lvl2pPr>
            <a:lvl3pPr>
              <a:buNone/>
              <a:defRPr sz="2850" b="0">
                <a:solidFill>
                  <a:srgbClr val="1E7B80"/>
                </a:solidFill>
                <a:latin typeface="DejaVu Sans"/>
                <a:ea typeface="DejaVu Sans"/>
                <a:cs typeface="DejaVu Sans"/>
              </a:defRPr>
            </a:lvl3pPr>
            <a:lvl4pPr>
              <a:buNone/>
              <a:defRPr sz="2850" b="0">
                <a:solidFill>
                  <a:srgbClr val="1E7B80"/>
                </a:solidFill>
                <a:latin typeface="DejaVu Sans"/>
                <a:ea typeface="DejaVu Sans"/>
                <a:cs typeface="DejaVu Sans"/>
              </a:defRPr>
            </a:lvl4pPr>
            <a:lvl5pPr>
              <a:buNone/>
              <a:defRPr sz="2850" b="0">
                <a:solidFill>
                  <a:srgbClr val="1E7B80"/>
                </a:solidFill>
                <a:latin typeface="DejaVu Sans"/>
                <a:ea typeface="DejaVu Sans"/>
                <a:cs typeface="DejaVu Sans"/>
              </a:defRPr>
            </a:lvl5pPr>
            <a:lvl6pPr>
              <a:buNone/>
              <a:defRPr sz="2850" b="0">
                <a:solidFill>
                  <a:srgbClr val="1E7B80"/>
                </a:solidFill>
                <a:latin typeface="DejaVu Sans"/>
                <a:ea typeface="DejaVu Sans"/>
                <a:cs typeface="DejaVu Sans"/>
              </a:defRPr>
            </a:lvl6pPr>
            <a:lvl7pPr>
              <a:buNone/>
              <a:defRPr sz="2850" b="0">
                <a:solidFill>
                  <a:srgbClr val="1E7B80"/>
                </a:solidFill>
                <a:latin typeface="DejaVu Sans"/>
                <a:ea typeface="DejaVu Sans"/>
                <a:cs typeface="DejaVu Sans"/>
              </a:defRPr>
            </a:lvl7pPr>
            <a:lvl8pPr>
              <a:buNone/>
              <a:defRPr sz="2850" b="0">
                <a:solidFill>
                  <a:srgbClr val="1E7B80"/>
                </a:solidFill>
                <a:latin typeface="DejaVu Sans"/>
                <a:ea typeface="DejaVu Sans"/>
                <a:cs typeface="DejaVu Sans"/>
              </a:defRPr>
            </a:lvl8pPr>
            <a:lvl9pPr>
              <a:buNone/>
              <a:defRPr sz="2850" b="0">
                <a:solidFill>
                  <a:srgbClr val="1E7B80"/>
                </a:solidFill>
                <a:latin typeface="DejaVu Sans"/>
                <a:ea typeface="DejaVu Sans"/>
                <a:cs typeface="DejaVu Sans"/>
              </a:defRPr>
            </a:lvl9pPr>
          </a:lstStyle>
          <a:p xmlns:a="http://schemas.openxmlformats.org/drawingml/2006/main">
            <a:pPr>
              <a:buNone/>
              <a:defRPr sz="2850" b="0">
                <a:solidFill>
                  <a:srgbClr val="1E7B80"/>
                </a:solidFill>
                <a:latin typeface="DejaVu Sans"/>
                <a:ea typeface="DejaVu Sans"/>
                <a:cs typeface="DejaVu Sans"/>
              </a:defRPr>
            </a:pPr>
            <a:r>
              <a:rPr sz="2850" b="0">
                <a:solidFill>
                  <a:srgbClr val="1E7B80"/>
                </a:solidFill>
                <a:latin typeface="DejaVu Sans"/>
                <a:ea typeface="DejaVu Sans"/>
                <a:cs typeface="DejaVu Sans"/>
              </a:rPr>
              <a:t>Consultas académicas con fuentes y borradores para revisión</a:t>
            </a:r>
          </a:p>
        </p:txBody>
      </p:sp>
      <p:sp>
        <p:nvSpPr>
          <p:cNvPr id="5" name="text-4">
            <a:extLst xmlns:a="http://schemas.openxmlformats.org/drawingml/2006/main">
              <a:ext uri="{FF2B5EF4-FFF2-40B4-BE49-F238E27FC236}">
                <a16:creationId xmlns:a16="http://schemas.microsoft.com/office/drawing/2014/main" id="{2E0E3C64-155F-4FE6-8CB9-1507D42CA1D2}"/>
              </a:ext>
            </a:extLst>
          </p:cNvPr>
          <p:cNvSpPr>
            <a:spLocks xmlns:a="http://schemas.openxmlformats.org/drawingml/2006/main" noGrp="1"/>
          </p:cNvSpPr>
          <p:nvPr/>
        </p:nvSpPr>
        <p:spPr>
          <a:xfrm xmlns:a="http://schemas.openxmlformats.org/drawingml/2006/main">
            <a:off x="619125" y="2905125"/>
            <a:ext cx="10477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100" b="1">
                <a:solidFill>
                  <a:srgbClr val="193348"/>
                </a:solidFill>
                <a:latin typeface="DejaVu Sans"/>
                <a:ea typeface="DejaVu Sans"/>
                <a:cs typeface="DejaVu Sans"/>
              </a:defRPr>
            </a:defPPr>
            <a:lvl1pPr>
              <a:buNone/>
              <a:defRPr sz="2100" b="1">
                <a:solidFill>
                  <a:srgbClr val="193348"/>
                </a:solidFill>
                <a:latin typeface="DejaVu Sans"/>
                <a:ea typeface="DejaVu Sans"/>
                <a:cs typeface="DejaVu Sans"/>
              </a:defRPr>
            </a:lvl1pPr>
            <a:lvl2pPr>
              <a:buNone/>
              <a:defRPr sz="2100" b="1">
                <a:solidFill>
                  <a:srgbClr val="193348"/>
                </a:solidFill>
                <a:latin typeface="DejaVu Sans"/>
                <a:ea typeface="DejaVu Sans"/>
                <a:cs typeface="DejaVu Sans"/>
              </a:defRPr>
            </a:lvl2pPr>
            <a:lvl3pPr>
              <a:buNone/>
              <a:defRPr sz="2100" b="1">
                <a:solidFill>
                  <a:srgbClr val="193348"/>
                </a:solidFill>
                <a:latin typeface="DejaVu Sans"/>
                <a:ea typeface="DejaVu Sans"/>
                <a:cs typeface="DejaVu Sans"/>
              </a:defRPr>
            </a:lvl3pPr>
            <a:lvl4pPr>
              <a:buNone/>
              <a:defRPr sz="2100" b="1">
                <a:solidFill>
                  <a:srgbClr val="193348"/>
                </a:solidFill>
                <a:latin typeface="DejaVu Sans"/>
                <a:ea typeface="DejaVu Sans"/>
                <a:cs typeface="DejaVu Sans"/>
              </a:defRPr>
            </a:lvl4pPr>
            <a:lvl5pPr>
              <a:buNone/>
              <a:defRPr sz="2100" b="1">
                <a:solidFill>
                  <a:srgbClr val="193348"/>
                </a:solidFill>
                <a:latin typeface="DejaVu Sans"/>
                <a:ea typeface="DejaVu Sans"/>
                <a:cs typeface="DejaVu Sans"/>
              </a:defRPr>
            </a:lvl5pPr>
            <a:lvl6pPr>
              <a:buNone/>
              <a:defRPr sz="2100" b="1">
                <a:solidFill>
                  <a:srgbClr val="193348"/>
                </a:solidFill>
                <a:latin typeface="DejaVu Sans"/>
                <a:ea typeface="DejaVu Sans"/>
                <a:cs typeface="DejaVu Sans"/>
              </a:defRPr>
            </a:lvl6pPr>
            <a:lvl7pPr>
              <a:buNone/>
              <a:defRPr sz="2100" b="1">
                <a:solidFill>
                  <a:srgbClr val="193348"/>
                </a:solidFill>
                <a:latin typeface="DejaVu Sans"/>
                <a:ea typeface="DejaVu Sans"/>
                <a:cs typeface="DejaVu Sans"/>
              </a:defRPr>
            </a:lvl7pPr>
            <a:lvl8pPr>
              <a:buNone/>
              <a:defRPr sz="2100" b="1">
                <a:solidFill>
                  <a:srgbClr val="193348"/>
                </a:solidFill>
                <a:latin typeface="DejaVu Sans"/>
                <a:ea typeface="DejaVu Sans"/>
                <a:cs typeface="DejaVu Sans"/>
              </a:defRPr>
            </a:lvl8pPr>
            <a:lvl9pPr>
              <a:buNone/>
              <a:defRPr sz="2100" b="1">
                <a:solidFill>
                  <a:srgbClr val="193348"/>
                </a:solidFill>
                <a:latin typeface="DejaVu Sans"/>
                <a:ea typeface="DejaVu Sans"/>
                <a:cs typeface="DejaVu Sans"/>
              </a:defRPr>
            </a:lvl9pPr>
          </a:lstStyle>
          <a:p xmlns:a="http://schemas.openxmlformats.org/drawingml/2006/main">
            <a:pPr>
              <a:buNone/>
              <a:defRPr sz="2100" b="1">
                <a:solidFill>
                  <a:srgbClr val="193348"/>
                </a:solidFill>
                <a:latin typeface="DejaVu Sans"/>
                <a:ea typeface="DejaVu Sans"/>
                <a:cs typeface="DejaVu Sans"/>
              </a:defRPr>
            </a:pPr>
            <a:r>
              <a:rPr sz="2100" b="1">
                <a:solidFill>
                  <a:srgbClr val="193348"/>
                </a:solidFill>
                <a:latin typeface="DejaVu Sans"/>
                <a:ea typeface="DejaVu Sans"/>
                <a:cs typeface="DejaVu Sans"/>
              </a:rPr>
              <a:t>Problema del caso simulado</a:t>
            </a:r>
          </a:p>
        </p:txBody>
      </p:sp>
      <p:sp>
        <p:nvSpPr>
          <p:cNvPr id="6" name="text-5">
            <a:extLst xmlns:a="http://schemas.openxmlformats.org/drawingml/2006/main">
              <a:ext uri="{FF2B5EF4-FFF2-40B4-BE49-F238E27FC236}">
                <a16:creationId xmlns:a16="http://schemas.microsoft.com/office/drawing/2014/main" id="{797074C4-2A29-4B5D-86FF-2DBC15D48A0C}"/>
              </a:ext>
            </a:extLst>
          </p:cNvPr>
          <p:cNvSpPr>
            <a:spLocks xmlns:a="http://schemas.openxmlformats.org/drawingml/2006/main" noGrp="1"/>
          </p:cNvSpPr>
          <p:nvPr/>
        </p:nvSpPr>
        <p:spPr>
          <a:xfrm xmlns:a="http://schemas.openxmlformats.org/drawingml/2006/main">
            <a:off x="619125" y="3505200"/>
            <a:ext cx="10382250"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250" b="0">
                <a:solidFill>
                  <a:srgbClr val="193348"/>
                </a:solidFill>
                <a:latin typeface="DejaVu Sans"/>
                <a:ea typeface="DejaVu Sans"/>
                <a:cs typeface="DejaVu Sans"/>
              </a:defRPr>
            </a:defPPr>
            <a:lvl1pPr>
              <a:buNone/>
              <a:defRPr sz="2250" b="0">
                <a:solidFill>
                  <a:srgbClr val="193348"/>
                </a:solidFill>
                <a:latin typeface="DejaVu Sans"/>
                <a:ea typeface="DejaVu Sans"/>
                <a:cs typeface="DejaVu Sans"/>
              </a:defRPr>
            </a:lvl1pPr>
            <a:lvl2pPr>
              <a:buNone/>
              <a:defRPr sz="2250" b="0">
                <a:solidFill>
                  <a:srgbClr val="193348"/>
                </a:solidFill>
                <a:latin typeface="DejaVu Sans"/>
                <a:ea typeface="DejaVu Sans"/>
                <a:cs typeface="DejaVu Sans"/>
              </a:defRPr>
            </a:lvl2pPr>
            <a:lvl3pPr>
              <a:buNone/>
              <a:defRPr sz="2250" b="0">
                <a:solidFill>
                  <a:srgbClr val="193348"/>
                </a:solidFill>
                <a:latin typeface="DejaVu Sans"/>
                <a:ea typeface="DejaVu Sans"/>
                <a:cs typeface="DejaVu Sans"/>
              </a:defRPr>
            </a:lvl3pPr>
            <a:lvl4pPr>
              <a:buNone/>
              <a:defRPr sz="2250" b="0">
                <a:solidFill>
                  <a:srgbClr val="193348"/>
                </a:solidFill>
                <a:latin typeface="DejaVu Sans"/>
                <a:ea typeface="DejaVu Sans"/>
                <a:cs typeface="DejaVu Sans"/>
              </a:defRPr>
            </a:lvl4pPr>
            <a:lvl5pPr>
              <a:buNone/>
              <a:defRPr sz="2250" b="0">
                <a:solidFill>
                  <a:srgbClr val="193348"/>
                </a:solidFill>
                <a:latin typeface="DejaVu Sans"/>
                <a:ea typeface="DejaVu Sans"/>
                <a:cs typeface="DejaVu Sans"/>
              </a:defRPr>
            </a:lvl5pPr>
            <a:lvl6pPr>
              <a:buNone/>
              <a:defRPr sz="2250" b="0">
                <a:solidFill>
                  <a:srgbClr val="193348"/>
                </a:solidFill>
                <a:latin typeface="DejaVu Sans"/>
                <a:ea typeface="DejaVu Sans"/>
                <a:cs typeface="DejaVu Sans"/>
              </a:defRPr>
            </a:lvl6pPr>
            <a:lvl7pPr>
              <a:buNone/>
              <a:defRPr sz="2250" b="0">
                <a:solidFill>
                  <a:srgbClr val="193348"/>
                </a:solidFill>
                <a:latin typeface="DejaVu Sans"/>
                <a:ea typeface="DejaVu Sans"/>
                <a:cs typeface="DejaVu Sans"/>
              </a:defRPr>
            </a:lvl7pPr>
            <a:lvl8pPr>
              <a:buNone/>
              <a:defRPr sz="2250" b="0">
                <a:solidFill>
                  <a:srgbClr val="193348"/>
                </a:solidFill>
                <a:latin typeface="DejaVu Sans"/>
                <a:ea typeface="DejaVu Sans"/>
                <a:cs typeface="DejaVu Sans"/>
              </a:defRPr>
            </a:lvl8pPr>
            <a:lvl9pPr>
              <a:buNone/>
              <a:defRPr sz="2250" b="0">
                <a:solidFill>
                  <a:srgbClr val="193348"/>
                </a:solidFill>
                <a:latin typeface="DejaVu Sans"/>
                <a:ea typeface="DejaVu Sans"/>
                <a:cs typeface="DejaVu Sans"/>
              </a:defRPr>
            </a:lvl9pPr>
          </a:lstStyle>
          <a:p xmlns:a="http://schemas.openxmlformats.org/drawingml/2006/main">
            <a:pPr>
              <a:buNone/>
              <a:defRPr sz="2250" b="0">
                <a:solidFill>
                  <a:srgbClr val="193348"/>
                </a:solidFill>
                <a:latin typeface="DejaVu Sans"/>
                <a:ea typeface="DejaVu Sans"/>
                <a:cs typeface="DejaVu Sans"/>
              </a:defRPr>
            </a:pPr>
            <a:r>
              <a:rPr sz="2250" b="0">
                <a:solidFill>
                  <a:srgbClr val="193348"/>
                </a:solidFill>
                <a:latin typeface="DejaVu Sans"/>
                <a:ea typeface="DejaVu Sans"/>
                <a:cs typeface="DejaVu Sans"/>
              </a:rPr>
              <a:t>La información está repartida entre reglamento, calendario y preguntas frecuentes. Una consulta puede exigir revisar más de una fuente.</a:t>
            </a:r>
          </a:p>
        </p:txBody>
      </p:sp>
      <p:sp>
        <p:nvSpPr>
          <p:cNvPr id="7" name="text-6">
            <a:extLst xmlns:a="http://schemas.openxmlformats.org/drawingml/2006/main">
              <a:ext uri="{FF2B5EF4-FFF2-40B4-BE49-F238E27FC236}">
                <a16:creationId xmlns:a16="http://schemas.microsoft.com/office/drawing/2014/main" id="{93571E9D-E4EC-4198-9933-33ACCAF3A36E}"/>
              </a:ext>
            </a:extLst>
          </p:cNvPr>
          <p:cNvSpPr>
            <a:spLocks xmlns:a="http://schemas.openxmlformats.org/drawingml/2006/main" noGrp="1"/>
          </p:cNvSpPr>
          <p:nvPr/>
        </p:nvSpPr>
        <p:spPr>
          <a:xfrm xmlns:a="http://schemas.openxmlformats.org/drawingml/2006/main">
            <a:off x="619125" y="5286375"/>
            <a:ext cx="103822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725" b="0">
                <a:solidFill>
                  <a:srgbClr val="4C6273"/>
                </a:solidFill>
                <a:latin typeface="DejaVu Sans"/>
                <a:ea typeface="DejaVu Sans"/>
                <a:cs typeface="DejaVu Sans"/>
              </a:defRPr>
            </a:defPPr>
            <a:lvl1pPr>
              <a:buNone/>
              <a:defRPr sz="1725" b="0">
                <a:solidFill>
                  <a:srgbClr val="4C6273"/>
                </a:solidFill>
                <a:latin typeface="DejaVu Sans"/>
                <a:ea typeface="DejaVu Sans"/>
                <a:cs typeface="DejaVu Sans"/>
              </a:defRPr>
            </a:lvl1pPr>
            <a:lvl2pPr>
              <a:buNone/>
              <a:defRPr sz="1725" b="0">
                <a:solidFill>
                  <a:srgbClr val="4C6273"/>
                </a:solidFill>
                <a:latin typeface="DejaVu Sans"/>
                <a:ea typeface="DejaVu Sans"/>
                <a:cs typeface="DejaVu Sans"/>
              </a:defRPr>
            </a:lvl2pPr>
            <a:lvl3pPr>
              <a:buNone/>
              <a:defRPr sz="1725" b="0">
                <a:solidFill>
                  <a:srgbClr val="4C6273"/>
                </a:solidFill>
                <a:latin typeface="DejaVu Sans"/>
                <a:ea typeface="DejaVu Sans"/>
                <a:cs typeface="DejaVu Sans"/>
              </a:defRPr>
            </a:lvl3pPr>
            <a:lvl4pPr>
              <a:buNone/>
              <a:defRPr sz="1725" b="0">
                <a:solidFill>
                  <a:srgbClr val="4C6273"/>
                </a:solidFill>
                <a:latin typeface="DejaVu Sans"/>
                <a:ea typeface="DejaVu Sans"/>
                <a:cs typeface="DejaVu Sans"/>
              </a:defRPr>
            </a:lvl4pPr>
            <a:lvl5pPr>
              <a:buNone/>
              <a:defRPr sz="1725" b="0">
                <a:solidFill>
                  <a:srgbClr val="4C6273"/>
                </a:solidFill>
                <a:latin typeface="DejaVu Sans"/>
                <a:ea typeface="DejaVu Sans"/>
                <a:cs typeface="DejaVu Sans"/>
              </a:defRPr>
            </a:lvl5pPr>
            <a:lvl6pPr>
              <a:buNone/>
              <a:defRPr sz="1725" b="0">
                <a:solidFill>
                  <a:srgbClr val="4C6273"/>
                </a:solidFill>
                <a:latin typeface="DejaVu Sans"/>
                <a:ea typeface="DejaVu Sans"/>
                <a:cs typeface="DejaVu Sans"/>
              </a:defRPr>
            </a:lvl6pPr>
            <a:lvl7pPr>
              <a:buNone/>
              <a:defRPr sz="1725" b="0">
                <a:solidFill>
                  <a:srgbClr val="4C6273"/>
                </a:solidFill>
                <a:latin typeface="DejaVu Sans"/>
                <a:ea typeface="DejaVu Sans"/>
                <a:cs typeface="DejaVu Sans"/>
              </a:defRPr>
            </a:lvl7pPr>
            <a:lvl8pPr>
              <a:buNone/>
              <a:defRPr sz="1725" b="0">
                <a:solidFill>
                  <a:srgbClr val="4C6273"/>
                </a:solidFill>
                <a:latin typeface="DejaVu Sans"/>
                <a:ea typeface="DejaVu Sans"/>
                <a:cs typeface="DejaVu Sans"/>
              </a:defRPr>
            </a:lvl8pPr>
            <a:lvl9pPr>
              <a:buNone/>
              <a:defRPr sz="1725" b="0">
                <a:solidFill>
                  <a:srgbClr val="4C6273"/>
                </a:solidFill>
                <a:latin typeface="DejaVu Sans"/>
                <a:ea typeface="DejaVu Sans"/>
                <a:cs typeface="DejaVu Sans"/>
              </a:defRPr>
            </a:lvl9pPr>
          </a:lstStyle>
          <a:p xmlns:a="http://schemas.openxmlformats.org/drawingml/2006/main">
            <a:pPr>
              <a:buNone/>
              <a:defRPr sz="1725" b="0">
                <a:solidFill>
                  <a:srgbClr val="4C6273"/>
                </a:solidFill>
                <a:latin typeface="DejaVu Sans"/>
                <a:ea typeface="DejaVu Sans"/>
                <a:cs typeface="DejaVu Sans"/>
              </a:defRPr>
            </a:pPr>
            <a:r>
              <a:rPr sz="1725" b="0">
                <a:solidFill>
                  <a:srgbClr val="4C6273"/>
                </a:solidFill>
                <a:latin typeface="DejaVu Sans"/>
                <a:ea typeface="DejaVu Sans"/>
                <a:cs typeface="DejaVu Sans"/>
              </a:rPr>
              <a:t>Martín Peña y Valentina</a:t>
            </a:r>
          </a:p>
          <a:p xmlns:a="http://schemas.openxmlformats.org/drawingml/2006/main">
            <a:pPr>
              <a:buNone/>
              <a:defRPr sz="1725" b="0">
                <a:solidFill>
                  <a:srgbClr val="4C6273"/>
                </a:solidFill>
                <a:latin typeface="DejaVu Sans"/>
                <a:ea typeface="DejaVu Sans"/>
                <a:cs typeface="DejaVu Sans"/>
              </a:defRPr>
            </a:pPr>
            <a:r>
              <a:rPr sz="1725" b="0">
                <a:solidFill>
                  <a:srgbClr val="4C6273"/>
                </a:solidFill>
                <a:latin typeface="DejaVu Sans"/>
                <a:ea typeface="DejaVu Sans"/>
                <a:cs typeface="DejaVu Sans"/>
              </a:rPr>
              <a:t>ISY0101 Ingeniería de Soluciones con IA</a:t>
            </a:r>
          </a:p>
        </p:txBody>
      </p:sp>
    </p:spTree>
    <p:extLst>
      <p:ext uri="{BB962C8B-B14F-4D97-AF65-F5344CB8AC3E}">
        <p14:creationId xmlns:p14="http://schemas.microsoft.com/office/powerpoint/2010/main" val="618435080"/>
      </p:ext>
    </p:extLst>
  </p:cSld>
</p:sld>
</file>

<file path=ppt/slides/slide2.xml><?xml version="1.0" encoding="utf-8"?>
<p:sld xmlns:p="http://schemas.openxmlformats.org/presentationml/2006/main">
  <p:cSld>
    <p:bg>
      <p:bgPr>
        <a:solidFill xmlns:a="http://schemas.openxmlformats.org/drawingml/2006/main">
          <a:srgbClr val="FAFBFC"/>
        </a:solidFill>
      </p:bgPr>
    </p:bg>
    <p:spTree>
      <p:nvGrpSpPr>
        <p:cNvPr id="1" name=""/>
        <p:cNvGrpSpPr/>
        <p:nvPr/>
      </p:nvGrpSpPr>
      <p:grpSpPr>
        <a:xfrm xmlns:a="http://schemas.openxmlformats.org/drawingml/2006/main"/>
      </p:grpSpPr>
      <p:cxnSp>
        <p:nvCxnSpPr>
          <p:cNvPr id="16" name="">
            <a:extLst xmlns:a="http://schemas.openxmlformats.org/drawingml/2006/main">
              <a:ext uri="{FF2B5EF4-FFF2-40B4-BE49-F238E27FC236}">
                <a16:creationId xmlns:a16="http://schemas.microsoft.com/office/drawing/2014/main" id="{AF3CB568-4769-4E37-A550-126BBE6DA068}"/>
              </a:ext>
            </a:extLst>
          </p:cNvPr>
          <p:cNvCxnSpPr>
            <a:stCxn xmlns:a="http://schemas.openxmlformats.org/drawingml/2006/main" id="9" idx="0"/>
            <a:endCxn xmlns:a="http://schemas.openxmlformats.org/drawingml/2006/main" id="6" idx="2"/>
          </p:cNvCxnSpPr>
          <p:nvPr/>
        </p:nvCxnSpPr>
        <p:spPr>
          <a:xfrm xmlns:a="http://schemas.openxmlformats.org/drawingml/2006/main" flipV="1">
            <a:off x="10144125" y="2714625"/>
            <a:ext cx="0" cy="1381125"/>
          </a:xfrm>
          <a:prstGeom xmlns:a="http://schemas.openxmlformats.org/drawingml/2006/main" prst="straightConnector1">
            <a:avLst/>
          </a:prstGeom>
          <a:ln xmlns:a="http://schemas.openxmlformats.org/drawingml/2006/main" w="19050">
            <a:solidFill>
              <a:srgbClr val="4C6273"/>
            </a:solidFill>
            <a:prstDash val="solid"/>
            <a:tailEnd type="arrow" w="med" len="med"/>
          </a:ln>
        </p:spPr>
      </p:cxnSp>
      <p:cxnSp>
        <p:nvCxnSpPr>
          <p:cNvPr id="15" name="">
            <a:extLst xmlns:a="http://schemas.openxmlformats.org/drawingml/2006/main">
              <a:ext uri="{FF2B5EF4-FFF2-40B4-BE49-F238E27FC236}">
                <a16:creationId xmlns:a16="http://schemas.microsoft.com/office/drawing/2014/main" id="{FB5C9A79-7672-4FB1-AD66-4E13A2E775DF}"/>
              </a:ext>
            </a:extLst>
          </p:cNvPr>
          <p:cNvCxnSpPr>
            <a:stCxn xmlns:a="http://schemas.openxmlformats.org/drawingml/2006/main" id="8" idx="1"/>
            <a:endCxn xmlns:a="http://schemas.openxmlformats.org/drawingml/2006/main" id="7" idx="3"/>
          </p:cNvCxnSpPr>
          <p:nvPr/>
        </p:nvCxnSpPr>
        <p:spPr>
          <a:xfrm xmlns:a="http://schemas.openxmlformats.org/drawingml/2006/main" flipH="1" flipV="1">
            <a:off x="3524250" y="4476750"/>
            <a:ext cx="1000125" cy="166688"/>
          </a:xfrm>
          <a:prstGeom xmlns:a="http://schemas.openxmlformats.org/drawingml/2006/main" prst="straightConnector1">
            <a:avLst/>
          </a:prstGeom>
          <a:ln xmlns:a="http://schemas.openxmlformats.org/drawingml/2006/main" w="19050">
            <a:solidFill>
              <a:srgbClr val="4C6273"/>
            </a:solidFill>
            <a:prstDash val="solid"/>
            <a:tailEnd type="arrow" w="med" len="med"/>
          </a:ln>
        </p:spPr>
      </p:cxnSp>
      <p:cxnSp>
        <p:nvCxnSpPr>
          <p:cNvPr id="14" name="">
            <a:extLst xmlns:a="http://schemas.openxmlformats.org/drawingml/2006/main">
              <a:ext uri="{FF2B5EF4-FFF2-40B4-BE49-F238E27FC236}">
                <a16:creationId xmlns:a16="http://schemas.microsoft.com/office/drawing/2014/main" id="{B249CE20-4A05-480D-8408-9E661AF8E8CC}"/>
              </a:ext>
            </a:extLst>
          </p:cNvPr>
          <p:cNvCxnSpPr>
            <a:stCxn xmlns:a="http://schemas.openxmlformats.org/drawingml/2006/main" id="5" idx="2"/>
            <a:endCxn xmlns:a="http://schemas.openxmlformats.org/drawingml/2006/main" id="8" idx="0"/>
          </p:cNvCxnSpPr>
          <p:nvPr/>
        </p:nvCxnSpPr>
        <p:spPr>
          <a:xfrm xmlns:a="http://schemas.openxmlformats.org/drawingml/2006/main">
            <a:off x="6096000" y="2714625"/>
            <a:ext cx="0" cy="1381125"/>
          </a:xfrm>
          <a:prstGeom xmlns:a="http://schemas.openxmlformats.org/drawingml/2006/main" prst="straightConnector1">
            <a:avLst/>
          </a:prstGeom>
          <a:ln xmlns:a="http://schemas.openxmlformats.org/drawingml/2006/main" w="19050">
            <a:solidFill>
              <a:srgbClr val="4C6273"/>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EF820D73-BB61-4399-A9D6-2BFEE0041F1D}"/>
              </a:ext>
            </a:extLst>
          </p:cNvPr>
          <p:cNvCxnSpPr>
            <a:stCxn xmlns:a="http://schemas.openxmlformats.org/drawingml/2006/main" id="7" idx="0"/>
            <a:endCxn xmlns:a="http://schemas.openxmlformats.org/drawingml/2006/main" id="4" idx="2"/>
          </p:cNvCxnSpPr>
          <p:nvPr/>
        </p:nvCxnSpPr>
        <p:spPr>
          <a:xfrm xmlns:a="http://schemas.openxmlformats.org/drawingml/2006/main" flipV="1">
            <a:off x="2071688" y="2714625"/>
            <a:ext cx="0" cy="1047750"/>
          </a:xfrm>
          <a:prstGeom xmlns:a="http://schemas.openxmlformats.org/drawingml/2006/main" prst="straightConnector1">
            <a:avLst/>
          </a:prstGeom>
          <a:ln xmlns:a="http://schemas.openxmlformats.org/drawingml/2006/main" w="19050">
            <a:solidFill>
              <a:srgbClr val="4C6273"/>
            </a:solidFill>
            <a:prstDash val="solid"/>
            <a:tailEnd type="arrow" w="med" len="med"/>
          </a:ln>
        </p:spPr>
      </p:cxnSp>
      <p:cxnSp>
        <p:nvCxnSpPr>
          <p:cNvPr id="12" name="">
            <a:extLst xmlns:a="http://schemas.openxmlformats.org/drawingml/2006/main">
              <a:ext uri="{FF2B5EF4-FFF2-40B4-BE49-F238E27FC236}">
                <a16:creationId xmlns:a16="http://schemas.microsoft.com/office/drawing/2014/main" id="{A1183C0A-2BCF-4BF3-A867-6A2E19E02FE9}"/>
              </a:ext>
            </a:extLst>
          </p:cNvPr>
          <p:cNvCxnSpPr>
            <a:stCxn xmlns:a="http://schemas.openxmlformats.org/drawingml/2006/main" id="6" idx="2"/>
            <a:endCxn xmlns:a="http://schemas.openxmlformats.org/drawingml/2006/main" id="5" idx="2"/>
          </p:cNvCxnSpPr>
          <p:nvPr/>
        </p:nvCxnSpPr>
        <p:spPr>
          <a:xfrm xmlns:a="http://schemas.openxmlformats.org/drawingml/2006/main" flipH="1">
            <a:off x="6096000" y="2714625"/>
            <a:ext cx="4048125" cy="0"/>
          </a:xfrm>
          <a:prstGeom xmlns:a="http://schemas.openxmlformats.org/drawingml/2006/main" prst="straightConnector1">
            <a:avLst/>
          </a:prstGeom>
          <a:ln xmlns:a="http://schemas.openxmlformats.org/drawingml/2006/main" w="19050">
            <a:solidFill>
              <a:srgbClr val="4C627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856F2681-01AA-4729-B1E0-4B473119DF5F}"/>
              </a:ext>
            </a:extLst>
          </p:cNvPr>
          <p:cNvCxnSpPr>
            <a:stCxn xmlns:a="http://schemas.openxmlformats.org/drawingml/2006/main" id="5" idx="3"/>
            <a:endCxn xmlns:a="http://schemas.openxmlformats.org/drawingml/2006/main" id="6" idx="1"/>
          </p:cNvCxnSpPr>
          <p:nvPr/>
        </p:nvCxnSpPr>
        <p:spPr>
          <a:xfrm xmlns:a="http://schemas.openxmlformats.org/drawingml/2006/main">
            <a:off x="7667625" y="2166938"/>
            <a:ext cx="1047750" cy="0"/>
          </a:xfrm>
          <a:prstGeom xmlns:a="http://schemas.openxmlformats.org/drawingml/2006/main" prst="straightConnector1">
            <a:avLst/>
          </a:prstGeom>
          <a:ln xmlns:a="http://schemas.openxmlformats.org/drawingml/2006/main" w="19050">
            <a:solidFill>
              <a:srgbClr val="4C6273"/>
            </a:solidFill>
            <a:prstDash val="solid"/>
            <a:tailEnd type="arrow" w="med" len="med"/>
          </a:ln>
        </p:spPr>
      </p:cxnSp>
      <p:cxnSp>
        <p:nvCxnSpPr>
          <p:cNvPr id="10" name="">
            <a:extLst xmlns:a="http://schemas.openxmlformats.org/drawingml/2006/main">
              <a:ext uri="{FF2B5EF4-FFF2-40B4-BE49-F238E27FC236}">
                <a16:creationId xmlns:a16="http://schemas.microsoft.com/office/drawing/2014/main" id="{ECAB593A-D2CD-4F0B-975A-638D70EE9EBD}"/>
              </a:ext>
            </a:extLst>
          </p:cNvPr>
          <p:cNvCxnSpPr>
            <a:stCxn xmlns:a="http://schemas.openxmlformats.org/drawingml/2006/main" id="4" idx="3"/>
            <a:endCxn xmlns:a="http://schemas.openxmlformats.org/drawingml/2006/main" id="5" idx="1"/>
          </p:cNvCxnSpPr>
          <p:nvPr/>
        </p:nvCxnSpPr>
        <p:spPr>
          <a:xfrm xmlns:a="http://schemas.openxmlformats.org/drawingml/2006/main">
            <a:off x="3524250" y="2166938"/>
            <a:ext cx="1000125" cy="0"/>
          </a:xfrm>
          <a:prstGeom xmlns:a="http://schemas.openxmlformats.org/drawingml/2006/main" prst="straightConnector1">
            <a:avLst/>
          </a:prstGeom>
          <a:ln xmlns:a="http://schemas.openxmlformats.org/drawingml/2006/main" w="19050">
            <a:solidFill>
              <a:srgbClr val="4C6273"/>
            </a:solidFill>
            <a:prstDash val="solid"/>
            <a:tailEnd type="arrow" w="med" len="med"/>
          </a:ln>
        </p:spPr>
      </p:cxnSp>
      <p:sp>
        <p:nvSpPr>
          <p:cNvPr id="19" name="text-0">
            <a:extLst xmlns:a="http://schemas.openxmlformats.org/drawingml/2006/main">
              <a:ext uri="{FF2B5EF4-FFF2-40B4-BE49-F238E27FC236}">
                <a16:creationId xmlns:a16="http://schemas.microsoft.com/office/drawing/2014/main" id="{ED71F6DB-9706-4424-A6DF-6D4FA6AA0F9B}"/>
              </a:ext>
            </a:extLst>
          </p:cNvPr>
          <p:cNvSpPr>
            <a:spLocks xmlns:a="http://schemas.openxmlformats.org/drawingml/2006/main" noGrp="1"/>
          </p:cNvSpPr>
          <p:nvPr/>
        </p:nvSpPr>
        <p:spPr>
          <a:xfrm xmlns:a="http://schemas.openxmlformats.org/drawingml/2006/main">
            <a:off x="619125" y="419100"/>
            <a:ext cx="1095375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3300" b="1">
                <a:solidFill>
                  <a:srgbClr val="193348"/>
                </a:solidFill>
                <a:latin typeface="DejaVu Sans"/>
                <a:ea typeface="DejaVu Sans"/>
                <a:cs typeface="DejaVu Sans"/>
              </a:defRPr>
            </a:defPPr>
            <a:lvl1pPr>
              <a:buNone/>
              <a:defRPr sz="3300" b="1">
                <a:solidFill>
                  <a:srgbClr val="193348"/>
                </a:solidFill>
                <a:latin typeface="DejaVu Sans"/>
                <a:ea typeface="DejaVu Sans"/>
                <a:cs typeface="DejaVu Sans"/>
              </a:defRPr>
            </a:lvl1pPr>
            <a:lvl2pPr>
              <a:buNone/>
              <a:defRPr sz="3300" b="1">
                <a:solidFill>
                  <a:srgbClr val="193348"/>
                </a:solidFill>
                <a:latin typeface="DejaVu Sans"/>
                <a:ea typeface="DejaVu Sans"/>
                <a:cs typeface="DejaVu Sans"/>
              </a:defRPr>
            </a:lvl2pPr>
            <a:lvl3pPr>
              <a:buNone/>
              <a:defRPr sz="3300" b="1">
                <a:solidFill>
                  <a:srgbClr val="193348"/>
                </a:solidFill>
                <a:latin typeface="DejaVu Sans"/>
                <a:ea typeface="DejaVu Sans"/>
                <a:cs typeface="DejaVu Sans"/>
              </a:defRPr>
            </a:lvl3pPr>
            <a:lvl4pPr>
              <a:buNone/>
              <a:defRPr sz="3300" b="1">
                <a:solidFill>
                  <a:srgbClr val="193348"/>
                </a:solidFill>
                <a:latin typeface="DejaVu Sans"/>
                <a:ea typeface="DejaVu Sans"/>
                <a:cs typeface="DejaVu Sans"/>
              </a:defRPr>
            </a:lvl4pPr>
            <a:lvl5pPr>
              <a:buNone/>
              <a:defRPr sz="3300" b="1">
                <a:solidFill>
                  <a:srgbClr val="193348"/>
                </a:solidFill>
                <a:latin typeface="DejaVu Sans"/>
                <a:ea typeface="DejaVu Sans"/>
                <a:cs typeface="DejaVu Sans"/>
              </a:defRPr>
            </a:lvl5pPr>
            <a:lvl6pPr>
              <a:buNone/>
              <a:defRPr sz="3300" b="1">
                <a:solidFill>
                  <a:srgbClr val="193348"/>
                </a:solidFill>
                <a:latin typeface="DejaVu Sans"/>
                <a:ea typeface="DejaVu Sans"/>
                <a:cs typeface="DejaVu Sans"/>
              </a:defRPr>
            </a:lvl6pPr>
            <a:lvl7pPr>
              <a:buNone/>
              <a:defRPr sz="3300" b="1">
                <a:solidFill>
                  <a:srgbClr val="193348"/>
                </a:solidFill>
                <a:latin typeface="DejaVu Sans"/>
                <a:ea typeface="DejaVu Sans"/>
                <a:cs typeface="DejaVu Sans"/>
              </a:defRPr>
            </a:lvl7pPr>
            <a:lvl8pPr>
              <a:buNone/>
              <a:defRPr sz="3300" b="1">
                <a:solidFill>
                  <a:srgbClr val="193348"/>
                </a:solidFill>
                <a:latin typeface="DejaVu Sans"/>
                <a:ea typeface="DejaVu Sans"/>
                <a:cs typeface="DejaVu Sans"/>
              </a:defRPr>
            </a:lvl8pPr>
            <a:lvl9pPr>
              <a:buNone/>
              <a:defRPr sz="3300" b="1">
                <a:solidFill>
                  <a:srgbClr val="193348"/>
                </a:solidFill>
                <a:latin typeface="DejaVu Sans"/>
                <a:ea typeface="DejaVu Sans"/>
                <a:cs typeface="DejaVu Sans"/>
              </a:defRPr>
            </a:lvl9pPr>
          </a:lstStyle>
          <a:p xmlns:a="http://schemas.openxmlformats.org/drawingml/2006/main">
            <a:pPr>
              <a:buNone/>
              <a:defRPr sz="3300" b="1">
                <a:solidFill>
                  <a:srgbClr val="193348"/>
                </a:solidFill>
                <a:latin typeface="DejaVu Sans"/>
                <a:ea typeface="DejaVu Sans"/>
                <a:cs typeface="DejaVu Sans"/>
              </a:defRPr>
            </a:pPr>
            <a:r>
              <a:rPr sz="3300" b="1">
                <a:solidFill>
                  <a:srgbClr val="193348"/>
                </a:solidFill>
                <a:latin typeface="DejaVu Sans"/>
                <a:ea typeface="DejaVu Sans"/>
                <a:cs typeface="DejaVu Sans"/>
              </a:rPr>
              <a:t>Arquitectura y orquestación</a:t>
            </a:r>
          </a:p>
        </p:txBody>
      </p:sp>
      <p:sp>
        <p:nvSpPr>
          <p:cNvPr id="2" name="text-1">
            <a:extLst xmlns:a="http://schemas.openxmlformats.org/drawingml/2006/main">
              <a:ext uri="{FF2B5EF4-FFF2-40B4-BE49-F238E27FC236}">
                <a16:creationId xmlns:a16="http://schemas.microsoft.com/office/drawing/2014/main" id="{EBDBDD50-A433-4CFB-B600-38EE46508FA5}"/>
              </a:ext>
            </a:extLst>
          </p:cNvPr>
          <p:cNvSpPr>
            <a:spLocks xmlns:a="http://schemas.openxmlformats.org/drawingml/2006/main" noGrp="1"/>
          </p:cNvSpPr>
          <p:nvPr/>
        </p:nvSpPr>
        <p:spPr>
          <a:xfrm xmlns:a="http://schemas.openxmlformats.org/drawingml/2006/main">
            <a:off x="619125" y="6419850"/>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275" b="0">
                <a:solidFill>
                  <a:srgbClr val="4C6273"/>
                </a:solidFill>
                <a:latin typeface="DejaVu Sans"/>
                <a:ea typeface="DejaVu Sans"/>
                <a:cs typeface="DejaVu Sans"/>
              </a:defRPr>
            </a:defPPr>
            <a:lvl1pPr>
              <a:buNone/>
              <a:defRPr sz="1275" b="0">
                <a:solidFill>
                  <a:srgbClr val="4C6273"/>
                </a:solidFill>
                <a:latin typeface="DejaVu Sans"/>
                <a:ea typeface="DejaVu Sans"/>
                <a:cs typeface="DejaVu Sans"/>
              </a:defRPr>
            </a:lvl1pPr>
            <a:lvl2pPr>
              <a:buNone/>
              <a:defRPr sz="1275" b="0">
                <a:solidFill>
                  <a:srgbClr val="4C6273"/>
                </a:solidFill>
                <a:latin typeface="DejaVu Sans"/>
                <a:ea typeface="DejaVu Sans"/>
                <a:cs typeface="DejaVu Sans"/>
              </a:defRPr>
            </a:lvl2pPr>
            <a:lvl3pPr>
              <a:buNone/>
              <a:defRPr sz="1275" b="0">
                <a:solidFill>
                  <a:srgbClr val="4C6273"/>
                </a:solidFill>
                <a:latin typeface="DejaVu Sans"/>
                <a:ea typeface="DejaVu Sans"/>
                <a:cs typeface="DejaVu Sans"/>
              </a:defRPr>
            </a:lvl3pPr>
            <a:lvl4pPr>
              <a:buNone/>
              <a:defRPr sz="1275" b="0">
                <a:solidFill>
                  <a:srgbClr val="4C6273"/>
                </a:solidFill>
                <a:latin typeface="DejaVu Sans"/>
                <a:ea typeface="DejaVu Sans"/>
                <a:cs typeface="DejaVu Sans"/>
              </a:defRPr>
            </a:lvl4pPr>
            <a:lvl5pPr>
              <a:buNone/>
              <a:defRPr sz="1275" b="0">
                <a:solidFill>
                  <a:srgbClr val="4C6273"/>
                </a:solidFill>
                <a:latin typeface="DejaVu Sans"/>
                <a:ea typeface="DejaVu Sans"/>
                <a:cs typeface="DejaVu Sans"/>
              </a:defRPr>
            </a:lvl5pPr>
            <a:lvl6pPr>
              <a:buNone/>
              <a:defRPr sz="1275" b="0">
                <a:solidFill>
                  <a:srgbClr val="4C6273"/>
                </a:solidFill>
                <a:latin typeface="DejaVu Sans"/>
                <a:ea typeface="DejaVu Sans"/>
                <a:cs typeface="DejaVu Sans"/>
              </a:defRPr>
            </a:lvl6pPr>
            <a:lvl7pPr>
              <a:buNone/>
              <a:defRPr sz="1275" b="0">
                <a:solidFill>
                  <a:srgbClr val="4C6273"/>
                </a:solidFill>
                <a:latin typeface="DejaVu Sans"/>
                <a:ea typeface="DejaVu Sans"/>
                <a:cs typeface="DejaVu Sans"/>
              </a:defRPr>
            </a:lvl7pPr>
            <a:lvl8pPr>
              <a:buNone/>
              <a:defRPr sz="1275" b="0">
                <a:solidFill>
                  <a:srgbClr val="4C6273"/>
                </a:solidFill>
                <a:latin typeface="DejaVu Sans"/>
                <a:ea typeface="DejaVu Sans"/>
                <a:cs typeface="DejaVu Sans"/>
              </a:defRPr>
            </a:lvl8pPr>
            <a:lvl9pPr>
              <a:buNone/>
              <a:defRPr sz="1275" b="0">
                <a:solidFill>
                  <a:srgbClr val="4C6273"/>
                </a:solidFill>
                <a:latin typeface="DejaVu Sans"/>
                <a:ea typeface="DejaVu Sans"/>
                <a:cs typeface="DejaVu Sans"/>
              </a:defRPr>
            </a:lvl9pPr>
          </a:lstStyle>
          <a:p xmlns:a="http://schemas.openxmlformats.org/drawingml/2006/main">
            <a:pPr>
              <a:buNone/>
              <a:defRPr sz="1275" b="0">
                <a:solidFill>
                  <a:srgbClr val="4C6273"/>
                </a:solidFill>
                <a:latin typeface="DejaVu Sans"/>
                <a:ea typeface="DejaVu Sans"/>
                <a:cs typeface="DejaVu Sans"/>
              </a:defRPr>
            </a:pPr>
            <a:r>
              <a:rPr sz="1275" b="0">
                <a:solidFill>
                  <a:srgbClr val="4C6273"/>
                </a:solidFill>
                <a:latin typeface="DejaVu Sans"/>
                <a:ea typeface="DejaVu Sans"/>
                <a:cs typeface="DejaVu Sans"/>
              </a:rPr>
              <a:t>AsistenteReg EP2</a:t>
            </a:r>
          </a:p>
        </p:txBody>
      </p:sp>
      <p:sp>
        <p:nvSpPr>
          <p:cNvPr id="3" name="text-2">
            <a:extLst xmlns:a="http://schemas.openxmlformats.org/drawingml/2006/main">
              <a:ext uri="{FF2B5EF4-FFF2-40B4-BE49-F238E27FC236}">
                <a16:creationId xmlns:a16="http://schemas.microsoft.com/office/drawing/2014/main" id="{F3C79A26-00FF-45AD-8CAC-16354689F7B9}"/>
              </a:ext>
            </a:extLst>
          </p:cNvPr>
          <p:cNvSpPr>
            <a:spLocks xmlns:a="http://schemas.openxmlformats.org/drawingml/2006/main" noGrp="1"/>
          </p:cNvSpPr>
          <p:nvPr/>
        </p:nvSpPr>
        <p:spPr>
          <a:xfrm xmlns:a="http://schemas.openxmlformats.org/drawingml/2006/main">
            <a:off x="11144250" y="641985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275" b="0">
                <a:solidFill>
                  <a:srgbClr val="4C6273"/>
                </a:solidFill>
                <a:latin typeface="DejaVu Sans"/>
                <a:ea typeface="DejaVu Sans"/>
                <a:cs typeface="DejaVu Sans"/>
              </a:defRPr>
            </a:defPPr>
            <a:lvl1pPr>
              <a:buNone/>
              <a:defRPr sz="1275" b="0">
                <a:solidFill>
                  <a:srgbClr val="4C6273"/>
                </a:solidFill>
                <a:latin typeface="DejaVu Sans"/>
                <a:ea typeface="DejaVu Sans"/>
                <a:cs typeface="DejaVu Sans"/>
              </a:defRPr>
            </a:lvl1pPr>
            <a:lvl2pPr>
              <a:buNone/>
              <a:defRPr sz="1275" b="0">
                <a:solidFill>
                  <a:srgbClr val="4C6273"/>
                </a:solidFill>
                <a:latin typeface="DejaVu Sans"/>
                <a:ea typeface="DejaVu Sans"/>
                <a:cs typeface="DejaVu Sans"/>
              </a:defRPr>
            </a:lvl2pPr>
            <a:lvl3pPr>
              <a:buNone/>
              <a:defRPr sz="1275" b="0">
                <a:solidFill>
                  <a:srgbClr val="4C6273"/>
                </a:solidFill>
                <a:latin typeface="DejaVu Sans"/>
                <a:ea typeface="DejaVu Sans"/>
                <a:cs typeface="DejaVu Sans"/>
              </a:defRPr>
            </a:lvl3pPr>
            <a:lvl4pPr>
              <a:buNone/>
              <a:defRPr sz="1275" b="0">
                <a:solidFill>
                  <a:srgbClr val="4C6273"/>
                </a:solidFill>
                <a:latin typeface="DejaVu Sans"/>
                <a:ea typeface="DejaVu Sans"/>
                <a:cs typeface="DejaVu Sans"/>
              </a:defRPr>
            </a:lvl4pPr>
            <a:lvl5pPr>
              <a:buNone/>
              <a:defRPr sz="1275" b="0">
                <a:solidFill>
                  <a:srgbClr val="4C6273"/>
                </a:solidFill>
                <a:latin typeface="DejaVu Sans"/>
                <a:ea typeface="DejaVu Sans"/>
                <a:cs typeface="DejaVu Sans"/>
              </a:defRPr>
            </a:lvl5pPr>
            <a:lvl6pPr>
              <a:buNone/>
              <a:defRPr sz="1275" b="0">
                <a:solidFill>
                  <a:srgbClr val="4C6273"/>
                </a:solidFill>
                <a:latin typeface="DejaVu Sans"/>
                <a:ea typeface="DejaVu Sans"/>
                <a:cs typeface="DejaVu Sans"/>
              </a:defRPr>
            </a:lvl6pPr>
            <a:lvl7pPr>
              <a:buNone/>
              <a:defRPr sz="1275" b="0">
                <a:solidFill>
                  <a:srgbClr val="4C6273"/>
                </a:solidFill>
                <a:latin typeface="DejaVu Sans"/>
                <a:ea typeface="DejaVu Sans"/>
                <a:cs typeface="DejaVu Sans"/>
              </a:defRPr>
            </a:lvl7pPr>
            <a:lvl8pPr>
              <a:buNone/>
              <a:defRPr sz="1275" b="0">
                <a:solidFill>
                  <a:srgbClr val="4C6273"/>
                </a:solidFill>
                <a:latin typeface="DejaVu Sans"/>
                <a:ea typeface="DejaVu Sans"/>
                <a:cs typeface="DejaVu Sans"/>
              </a:defRPr>
            </a:lvl8pPr>
            <a:lvl9pPr>
              <a:buNone/>
              <a:defRPr sz="1275" b="0">
                <a:solidFill>
                  <a:srgbClr val="4C6273"/>
                </a:solidFill>
                <a:latin typeface="DejaVu Sans"/>
                <a:ea typeface="DejaVu Sans"/>
                <a:cs typeface="DejaVu Sans"/>
              </a:defRPr>
            </a:lvl9pPr>
          </a:lstStyle>
          <a:p xmlns:a="http://schemas.openxmlformats.org/drawingml/2006/main">
            <a:pPr>
              <a:buNone/>
              <a:defRPr sz="1275" b="0">
                <a:solidFill>
                  <a:srgbClr val="4C6273"/>
                </a:solidFill>
                <a:latin typeface="DejaVu Sans"/>
                <a:ea typeface="DejaVu Sans"/>
                <a:cs typeface="DejaVu Sans"/>
              </a:defRPr>
            </a:pPr>
            <a:r>
              <a:rPr sz="1275" b="0">
                <a:solidFill>
                  <a:srgbClr val="4C6273"/>
                </a:solidFill>
                <a:latin typeface="DejaVu Sans"/>
                <a:ea typeface="DejaVu Sans"/>
                <a:cs typeface="DejaVu Sans"/>
              </a:rPr>
              <a:t>2</a:t>
            </a:r>
          </a:p>
        </p:txBody>
      </p:sp>
      <p:sp>
        <p:nvSpPr>
          <p:cNvPr id="4" name="">
            <a:extLst xmlns:a="http://schemas.openxmlformats.org/drawingml/2006/main">
              <a:ext uri="{FF2B5EF4-FFF2-40B4-BE49-F238E27FC236}">
                <a16:creationId xmlns:a16="http://schemas.microsoft.com/office/drawing/2014/main" id="{D5009C83-BE7B-4494-97A9-1FA33C5A7ECA}"/>
              </a:ext>
            </a:extLst>
          </p:cNvPr>
          <p:cNvSpPr>
            <a:spLocks xmlns:a="http://schemas.openxmlformats.org/drawingml/2006/main" noGrp="1"/>
          </p:cNvSpPr>
          <p:nvPr/>
        </p:nvSpPr>
        <p:spPr>
          <a:xfrm xmlns:a="http://schemas.openxmlformats.org/drawingml/2006/main">
            <a:off x="619125" y="1619250"/>
            <a:ext cx="2905125" cy="1095375"/>
          </a:xfrm>
          <a:prstGeom xmlns:a="http://schemas.openxmlformats.org/drawingml/2006/main" prst="rect">
            <a:avLst/>
          </a:prstGeom>
          <a:solidFill xmlns:a="http://schemas.openxmlformats.org/drawingml/2006/main">
            <a:srgbClr val="EDF3F6"/>
          </a:solidFill>
          <a:ln xmlns:a="http://schemas.openxmlformats.org/drawingml/2006/main" w="12383">
            <a:solidFill>
              <a:srgbClr val="8EA3B2"/>
            </a:solidFill>
            <a:prstDash val="solid"/>
          </a:ln>
        </p:spPr>
        <p:txBody>
          <a:bodyPr xmlns:a="http://schemas.openxmlformats.org/drawingml/2006/main" lIns="85725" tIns="85725" rIns="85725" bIns="85725" anchor="ctr"/>
          <a:lstStyle xmlns:a="http://schemas.openxmlformats.org/drawingml/2006/main">
            <a:defPPr algn="ctr">
              <a:defRPr sz="1800">
                <a:solidFill>
                  <a:srgbClr val="193348"/>
                </a:solidFill>
                <a:latin typeface="DejaVu Sans"/>
                <a:ea typeface="DejaVu Sans"/>
                <a:cs typeface="DejaVu Sans"/>
              </a:defRPr>
            </a:defPPr>
            <a:lvl1pPr algn="ctr">
              <a:buNone/>
              <a:defRPr sz="1800">
                <a:solidFill>
                  <a:srgbClr val="193348"/>
                </a:solidFill>
                <a:latin typeface="DejaVu Sans"/>
                <a:ea typeface="DejaVu Sans"/>
                <a:cs typeface="DejaVu Sans"/>
              </a:defRPr>
            </a:lvl1pPr>
            <a:lvl2pPr algn="ctr">
              <a:buNone/>
              <a:defRPr sz="1800">
                <a:solidFill>
                  <a:srgbClr val="193348"/>
                </a:solidFill>
                <a:latin typeface="DejaVu Sans"/>
                <a:ea typeface="DejaVu Sans"/>
                <a:cs typeface="DejaVu Sans"/>
              </a:defRPr>
            </a:lvl2pPr>
            <a:lvl3pPr algn="ctr">
              <a:buNone/>
              <a:defRPr sz="1800">
                <a:solidFill>
                  <a:srgbClr val="193348"/>
                </a:solidFill>
                <a:latin typeface="DejaVu Sans"/>
                <a:ea typeface="DejaVu Sans"/>
                <a:cs typeface="DejaVu Sans"/>
              </a:defRPr>
            </a:lvl3pPr>
            <a:lvl4pPr algn="ctr">
              <a:buNone/>
              <a:defRPr sz="1800">
                <a:solidFill>
                  <a:srgbClr val="193348"/>
                </a:solidFill>
                <a:latin typeface="DejaVu Sans"/>
                <a:ea typeface="DejaVu Sans"/>
                <a:cs typeface="DejaVu Sans"/>
              </a:defRPr>
            </a:lvl4pPr>
            <a:lvl5pPr algn="ctr">
              <a:buNone/>
              <a:defRPr sz="1800">
                <a:solidFill>
                  <a:srgbClr val="193348"/>
                </a:solidFill>
                <a:latin typeface="DejaVu Sans"/>
                <a:ea typeface="DejaVu Sans"/>
                <a:cs typeface="DejaVu Sans"/>
              </a:defRPr>
            </a:lvl5pPr>
            <a:lvl6pPr algn="ctr">
              <a:buNone/>
              <a:defRPr sz="1800">
                <a:solidFill>
                  <a:srgbClr val="193348"/>
                </a:solidFill>
                <a:latin typeface="DejaVu Sans"/>
                <a:ea typeface="DejaVu Sans"/>
                <a:cs typeface="DejaVu Sans"/>
              </a:defRPr>
            </a:lvl6pPr>
            <a:lvl7pPr algn="ctr">
              <a:buNone/>
              <a:defRPr sz="1800">
                <a:solidFill>
                  <a:srgbClr val="193348"/>
                </a:solidFill>
                <a:latin typeface="DejaVu Sans"/>
                <a:ea typeface="DejaVu Sans"/>
                <a:cs typeface="DejaVu Sans"/>
              </a:defRPr>
            </a:lvl7pPr>
            <a:lvl8pPr algn="ctr">
              <a:buNone/>
              <a:defRPr sz="1800">
                <a:solidFill>
                  <a:srgbClr val="193348"/>
                </a:solidFill>
                <a:latin typeface="DejaVu Sans"/>
                <a:ea typeface="DejaVu Sans"/>
                <a:cs typeface="DejaVu Sans"/>
              </a:defRPr>
            </a:lvl8pPr>
            <a:lvl9pPr algn="ctr">
              <a:buNone/>
              <a:defRPr sz="1800">
                <a:solidFill>
                  <a:srgbClr val="193348"/>
                </a:solidFill>
                <a:latin typeface="DejaVu Sans"/>
                <a:ea typeface="DejaVu Sans"/>
                <a:cs typeface="DejaVu Sans"/>
              </a:defRPr>
            </a:lvl9pPr>
          </a:lstStyle>
          <a:p xmlns:a="http://schemas.openxmlformats.org/drawingml/2006/main">
            <a:pPr algn="ctr">
              <a:buNone/>
              <a:defRPr sz="1800">
                <a:solidFill>
                  <a:srgbClr val="193348"/>
                </a:solidFill>
                <a:latin typeface="DejaVu Sans"/>
                <a:ea typeface="DejaVu Sans"/>
                <a:cs typeface="DejaVu Sans"/>
              </a:defRPr>
            </a:pPr>
            <a:r>
              <a:rPr sz="1800">
                <a:solidFill>
                  <a:srgbClr val="193348"/>
                </a:solidFill>
                <a:latin typeface="DejaVu Sans"/>
                <a:ea typeface="DejaVu Sans"/>
                <a:cs typeface="DejaVu Sans"/>
              </a:rPr>
              <a:t>Entrada y contexto</a:t>
            </a:r>
          </a:p>
          <a:p xmlns:a="http://schemas.openxmlformats.org/drawingml/2006/main">
            <a:pPr algn="ctr">
              <a:buNone/>
              <a:defRPr sz="1800">
                <a:solidFill>
                  <a:srgbClr val="193348"/>
                </a:solidFill>
                <a:latin typeface="DejaVu Sans"/>
                <a:ea typeface="DejaVu Sans"/>
                <a:cs typeface="DejaVu Sans"/>
              </a:defRPr>
            </a:pPr>
            <a:r>
              <a:rPr sz="1800">
                <a:solidFill>
                  <a:srgbClr val="193348"/>
                </a:solidFill>
                <a:latin typeface="DejaVu Sans"/>
                <a:ea typeface="DejaVu Sans"/>
                <a:cs typeface="DejaVu Sans"/>
              </a:rPr>
              <a:t>PII y plan inicial</a:t>
            </a:r>
          </a:p>
        </p:txBody>
      </p:sp>
      <p:sp>
        <p:nvSpPr>
          <p:cNvPr id="5" name="">
            <a:extLst xmlns:a="http://schemas.openxmlformats.org/drawingml/2006/main">
              <a:ext uri="{FF2B5EF4-FFF2-40B4-BE49-F238E27FC236}">
                <a16:creationId xmlns:a16="http://schemas.microsoft.com/office/drawing/2014/main" id="{DC3A4347-27F6-4195-B097-91A7965DE73E}"/>
              </a:ext>
            </a:extLst>
          </p:cNvPr>
          <p:cNvSpPr>
            <a:spLocks xmlns:a="http://schemas.openxmlformats.org/drawingml/2006/main" noGrp="1"/>
          </p:cNvSpPr>
          <p:nvPr/>
        </p:nvSpPr>
        <p:spPr>
          <a:xfrm xmlns:a="http://schemas.openxmlformats.org/drawingml/2006/main">
            <a:off x="4524375" y="1619250"/>
            <a:ext cx="3143250" cy="1095375"/>
          </a:xfrm>
          <a:prstGeom xmlns:a="http://schemas.openxmlformats.org/drawingml/2006/main" prst="rect">
            <a:avLst/>
          </a:prstGeom>
          <a:solidFill xmlns:a="http://schemas.openxmlformats.org/drawingml/2006/main">
            <a:srgbClr val="EDF3F6"/>
          </a:solidFill>
          <a:ln xmlns:a="http://schemas.openxmlformats.org/drawingml/2006/main" w="12383">
            <a:solidFill>
              <a:srgbClr val="8EA3B2"/>
            </a:solidFill>
            <a:prstDash val="solid"/>
          </a:ln>
        </p:spPr>
        <p:txBody>
          <a:bodyPr xmlns:a="http://schemas.openxmlformats.org/drawingml/2006/main" lIns="85725" tIns="85725" rIns="85725" bIns="85725" anchor="ctr"/>
          <a:lstStyle xmlns:a="http://schemas.openxmlformats.org/drawingml/2006/main">
            <a:defPPr algn="ctr">
              <a:defRPr sz="1800">
                <a:solidFill>
                  <a:srgbClr val="193348"/>
                </a:solidFill>
                <a:latin typeface="DejaVu Sans"/>
                <a:ea typeface="DejaVu Sans"/>
                <a:cs typeface="DejaVu Sans"/>
              </a:defRPr>
            </a:defPPr>
            <a:lvl1pPr algn="ctr">
              <a:buNone/>
              <a:defRPr sz="1800">
                <a:solidFill>
                  <a:srgbClr val="193348"/>
                </a:solidFill>
                <a:latin typeface="DejaVu Sans"/>
                <a:ea typeface="DejaVu Sans"/>
                <a:cs typeface="DejaVu Sans"/>
              </a:defRPr>
            </a:lvl1pPr>
            <a:lvl2pPr algn="ctr">
              <a:buNone/>
              <a:defRPr sz="1800">
                <a:solidFill>
                  <a:srgbClr val="193348"/>
                </a:solidFill>
                <a:latin typeface="DejaVu Sans"/>
                <a:ea typeface="DejaVu Sans"/>
                <a:cs typeface="DejaVu Sans"/>
              </a:defRPr>
            </a:lvl2pPr>
            <a:lvl3pPr algn="ctr">
              <a:buNone/>
              <a:defRPr sz="1800">
                <a:solidFill>
                  <a:srgbClr val="193348"/>
                </a:solidFill>
                <a:latin typeface="DejaVu Sans"/>
                <a:ea typeface="DejaVu Sans"/>
                <a:cs typeface="DejaVu Sans"/>
              </a:defRPr>
            </a:lvl3pPr>
            <a:lvl4pPr algn="ctr">
              <a:buNone/>
              <a:defRPr sz="1800">
                <a:solidFill>
                  <a:srgbClr val="193348"/>
                </a:solidFill>
                <a:latin typeface="DejaVu Sans"/>
                <a:ea typeface="DejaVu Sans"/>
                <a:cs typeface="DejaVu Sans"/>
              </a:defRPr>
            </a:lvl4pPr>
            <a:lvl5pPr algn="ctr">
              <a:buNone/>
              <a:defRPr sz="1800">
                <a:solidFill>
                  <a:srgbClr val="193348"/>
                </a:solidFill>
                <a:latin typeface="DejaVu Sans"/>
                <a:ea typeface="DejaVu Sans"/>
                <a:cs typeface="DejaVu Sans"/>
              </a:defRPr>
            </a:lvl5pPr>
            <a:lvl6pPr algn="ctr">
              <a:buNone/>
              <a:defRPr sz="1800">
                <a:solidFill>
                  <a:srgbClr val="193348"/>
                </a:solidFill>
                <a:latin typeface="DejaVu Sans"/>
                <a:ea typeface="DejaVu Sans"/>
                <a:cs typeface="DejaVu Sans"/>
              </a:defRPr>
            </a:lvl6pPr>
            <a:lvl7pPr algn="ctr">
              <a:buNone/>
              <a:defRPr sz="1800">
                <a:solidFill>
                  <a:srgbClr val="193348"/>
                </a:solidFill>
                <a:latin typeface="DejaVu Sans"/>
                <a:ea typeface="DejaVu Sans"/>
                <a:cs typeface="DejaVu Sans"/>
              </a:defRPr>
            </a:lvl7pPr>
            <a:lvl8pPr algn="ctr">
              <a:buNone/>
              <a:defRPr sz="1800">
                <a:solidFill>
                  <a:srgbClr val="193348"/>
                </a:solidFill>
                <a:latin typeface="DejaVu Sans"/>
                <a:ea typeface="DejaVu Sans"/>
                <a:cs typeface="DejaVu Sans"/>
              </a:defRPr>
            </a:lvl8pPr>
            <a:lvl9pPr algn="ctr">
              <a:buNone/>
              <a:defRPr sz="1800">
                <a:solidFill>
                  <a:srgbClr val="193348"/>
                </a:solidFill>
                <a:latin typeface="DejaVu Sans"/>
                <a:ea typeface="DejaVu Sans"/>
                <a:cs typeface="DejaVu Sans"/>
              </a:defRPr>
            </a:lvl9pPr>
          </a:lstStyle>
          <a:p xmlns:a="http://schemas.openxmlformats.org/drawingml/2006/main">
            <a:pPr algn="ctr">
              <a:buNone/>
              <a:defRPr sz="1800">
                <a:solidFill>
                  <a:srgbClr val="193348"/>
                </a:solidFill>
                <a:latin typeface="DejaVu Sans"/>
                <a:ea typeface="DejaVu Sans"/>
                <a:cs typeface="DejaVu Sans"/>
              </a:defRPr>
            </a:pPr>
            <a:r>
              <a:rPr sz="1800">
                <a:solidFill>
                  <a:srgbClr val="193348"/>
                </a:solidFill>
                <a:latin typeface="DejaVu Sans"/>
                <a:ea typeface="DejaVu Sans"/>
                <a:cs typeface="DejaVu Sans"/>
              </a:rPr>
              <a:t>LangGraph y GPT Luna</a:t>
            </a:r>
          </a:p>
          <a:p xmlns:a="http://schemas.openxmlformats.org/drawingml/2006/main">
            <a:pPr algn="ctr">
              <a:buNone/>
              <a:defRPr sz="1800">
                <a:solidFill>
                  <a:srgbClr val="193348"/>
                </a:solidFill>
                <a:latin typeface="DejaVu Sans"/>
                <a:ea typeface="DejaVu Sans"/>
                <a:cs typeface="DejaVu Sans"/>
              </a:defRPr>
            </a:pPr>
            <a:r>
              <a:rPr sz="1800">
                <a:solidFill>
                  <a:srgbClr val="193348"/>
                </a:solidFill>
                <a:latin typeface="DejaVu Sans"/>
                <a:ea typeface="DejaVu Sans"/>
                <a:cs typeface="DejaVu Sans"/>
              </a:rPr>
              <a:t>Selección de tools</a:t>
            </a:r>
          </a:p>
        </p:txBody>
      </p:sp>
      <p:sp>
        <p:nvSpPr>
          <p:cNvPr id="6" name="">
            <a:extLst xmlns:a="http://schemas.openxmlformats.org/drawingml/2006/main">
              <a:ext uri="{FF2B5EF4-FFF2-40B4-BE49-F238E27FC236}">
                <a16:creationId xmlns:a16="http://schemas.microsoft.com/office/drawing/2014/main" id="{87C4CAF0-609B-4B0D-A8C6-E3B64E76F32C}"/>
              </a:ext>
            </a:extLst>
          </p:cNvPr>
          <p:cNvSpPr>
            <a:spLocks xmlns:a="http://schemas.openxmlformats.org/drawingml/2006/main" noGrp="1"/>
          </p:cNvSpPr>
          <p:nvPr/>
        </p:nvSpPr>
        <p:spPr>
          <a:xfrm xmlns:a="http://schemas.openxmlformats.org/drawingml/2006/main">
            <a:off x="8715375" y="1619250"/>
            <a:ext cx="2857500" cy="1095375"/>
          </a:xfrm>
          <a:prstGeom xmlns:a="http://schemas.openxmlformats.org/drawingml/2006/main" prst="rect">
            <a:avLst/>
          </a:prstGeom>
          <a:solidFill xmlns:a="http://schemas.openxmlformats.org/drawingml/2006/main">
            <a:srgbClr val="EDF3F6"/>
          </a:solidFill>
          <a:ln xmlns:a="http://schemas.openxmlformats.org/drawingml/2006/main" w="12383">
            <a:solidFill>
              <a:srgbClr val="8EA3B2"/>
            </a:solidFill>
            <a:prstDash val="solid"/>
          </a:ln>
        </p:spPr>
        <p:txBody>
          <a:bodyPr xmlns:a="http://schemas.openxmlformats.org/drawingml/2006/main" lIns="85725" tIns="85725" rIns="85725" bIns="85725" anchor="ctr"/>
          <a:lstStyle xmlns:a="http://schemas.openxmlformats.org/drawingml/2006/main">
            <a:defPPr algn="ctr">
              <a:defRPr sz="1800">
                <a:solidFill>
                  <a:srgbClr val="193348"/>
                </a:solidFill>
                <a:latin typeface="DejaVu Sans"/>
                <a:ea typeface="DejaVu Sans"/>
                <a:cs typeface="DejaVu Sans"/>
              </a:defRPr>
            </a:defPPr>
            <a:lvl1pPr algn="ctr">
              <a:buNone/>
              <a:defRPr sz="1800">
                <a:solidFill>
                  <a:srgbClr val="193348"/>
                </a:solidFill>
                <a:latin typeface="DejaVu Sans"/>
                <a:ea typeface="DejaVu Sans"/>
                <a:cs typeface="DejaVu Sans"/>
              </a:defRPr>
            </a:lvl1pPr>
            <a:lvl2pPr algn="ctr">
              <a:buNone/>
              <a:defRPr sz="1800">
                <a:solidFill>
                  <a:srgbClr val="193348"/>
                </a:solidFill>
                <a:latin typeface="DejaVu Sans"/>
                <a:ea typeface="DejaVu Sans"/>
                <a:cs typeface="DejaVu Sans"/>
              </a:defRPr>
            </a:lvl2pPr>
            <a:lvl3pPr algn="ctr">
              <a:buNone/>
              <a:defRPr sz="1800">
                <a:solidFill>
                  <a:srgbClr val="193348"/>
                </a:solidFill>
                <a:latin typeface="DejaVu Sans"/>
                <a:ea typeface="DejaVu Sans"/>
                <a:cs typeface="DejaVu Sans"/>
              </a:defRPr>
            </a:lvl3pPr>
            <a:lvl4pPr algn="ctr">
              <a:buNone/>
              <a:defRPr sz="1800">
                <a:solidFill>
                  <a:srgbClr val="193348"/>
                </a:solidFill>
                <a:latin typeface="DejaVu Sans"/>
                <a:ea typeface="DejaVu Sans"/>
                <a:cs typeface="DejaVu Sans"/>
              </a:defRPr>
            </a:lvl4pPr>
            <a:lvl5pPr algn="ctr">
              <a:buNone/>
              <a:defRPr sz="1800">
                <a:solidFill>
                  <a:srgbClr val="193348"/>
                </a:solidFill>
                <a:latin typeface="DejaVu Sans"/>
                <a:ea typeface="DejaVu Sans"/>
                <a:cs typeface="DejaVu Sans"/>
              </a:defRPr>
            </a:lvl5pPr>
            <a:lvl6pPr algn="ctr">
              <a:buNone/>
              <a:defRPr sz="1800">
                <a:solidFill>
                  <a:srgbClr val="193348"/>
                </a:solidFill>
                <a:latin typeface="DejaVu Sans"/>
                <a:ea typeface="DejaVu Sans"/>
                <a:cs typeface="DejaVu Sans"/>
              </a:defRPr>
            </a:lvl6pPr>
            <a:lvl7pPr algn="ctr">
              <a:buNone/>
              <a:defRPr sz="1800">
                <a:solidFill>
                  <a:srgbClr val="193348"/>
                </a:solidFill>
                <a:latin typeface="DejaVu Sans"/>
                <a:ea typeface="DejaVu Sans"/>
                <a:cs typeface="DejaVu Sans"/>
              </a:defRPr>
            </a:lvl7pPr>
            <a:lvl8pPr algn="ctr">
              <a:buNone/>
              <a:defRPr sz="1800">
                <a:solidFill>
                  <a:srgbClr val="193348"/>
                </a:solidFill>
                <a:latin typeface="DejaVu Sans"/>
                <a:ea typeface="DejaVu Sans"/>
                <a:cs typeface="DejaVu Sans"/>
              </a:defRPr>
            </a:lvl8pPr>
            <a:lvl9pPr algn="ctr">
              <a:buNone/>
              <a:defRPr sz="1800">
                <a:solidFill>
                  <a:srgbClr val="193348"/>
                </a:solidFill>
                <a:latin typeface="DejaVu Sans"/>
                <a:ea typeface="DejaVu Sans"/>
                <a:cs typeface="DejaVu Sans"/>
              </a:defRPr>
            </a:lvl9pPr>
          </a:lstStyle>
          <a:p xmlns:a="http://schemas.openxmlformats.org/drawingml/2006/main">
            <a:pPr algn="ctr">
              <a:buNone/>
              <a:defRPr sz="1800">
                <a:solidFill>
                  <a:srgbClr val="193348"/>
                </a:solidFill>
                <a:latin typeface="DejaVu Sans"/>
                <a:ea typeface="DejaVu Sans"/>
                <a:cs typeface="DejaVu Sans"/>
              </a:defRPr>
            </a:pPr>
            <a:r>
              <a:rPr sz="1800">
                <a:solidFill>
                  <a:srgbClr val="193348"/>
                </a:solidFill>
                <a:latin typeface="DejaVu Sans"/>
                <a:ea typeface="DejaVu Sans"/>
                <a:cs typeface="DejaVu Sans"/>
              </a:rPr>
              <a:t>Herramientas</a:t>
            </a:r>
          </a:p>
          <a:p xmlns:a="http://schemas.openxmlformats.org/drawingml/2006/main">
            <a:pPr algn="ctr">
              <a:buNone/>
              <a:defRPr sz="1800">
                <a:solidFill>
                  <a:srgbClr val="193348"/>
                </a:solidFill>
                <a:latin typeface="DejaVu Sans"/>
                <a:ea typeface="DejaVu Sans"/>
                <a:cs typeface="DejaVu Sans"/>
              </a:defRPr>
            </a:pPr>
            <a:r>
              <a:rPr sz="1800">
                <a:solidFill>
                  <a:srgbClr val="193348"/>
                </a:solidFill>
                <a:latin typeface="DejaVu Sans"/>
                <a:ea typeface="DejaVu Sans"/>
                <a:cs typeface="DejaVu Sans"/>
              </a:rPr>
              <a:t>Norma, plazo y borradores</a:t>
            </a:r>
          </a:p>
        </p:txBody>
      </p:sp>
      <p:sp>
        <p:nvSpPr>
          <p:cNvPr id="7" name="">
            <a:extLst xmlns:a="http://schemas.openxmlformats.org/drawingml/2006/main">
              <a:ext uri="{FF2B5EF4-FFF2-40B4-BE49-F238E27FC236}">
                <a16:creationId xmlns:a16="http://schemas.microsoft.com/office/drawing/2014/main" id="{A0244D2B-3D1E-4D98-86AA-F61A618C98A3}"/>
              </a:ext>
            </a:extLst>
          </p:cNvPr>
          <p:cNvSpPr>
            <a:spLocks xmlns:a="http://schemas.openxmlformats.org/drawingml/2006/main" noGrp="1"/>
          </p:cNvSpPr>
          <p:nvPr/>
        </p:nvSpPr>
        <p:spPr>
          <a:xfrm xmlns:a="http://schemas.openxmlformats.org/drawingml/2006/main">
            <a:off x="619125" y="3762375"/>
            <a:ext cx="2905125" cy="1428750"/>
          </a:xfrm>
          <a:prstGeom xmlns:a="http://schemas.openxmlformats.org/drawingml/2006/main" prst="rect">
            <a:avLst/>
          </a:prstGeom>
          <a:solidFill xmlns:a="http://schemas.openxmlformats.org/drawingml/2006/main">
            <a:srgbClr val="EDF3F6"/>
          </a:solidFill>
          <a:ln xmlns:a="http://schemas.openxmlformats.org/drawingml/2006/main" w="12383">
            <a:solidFill>
              <a:srgbClr val="8EA3B2"/>
            </a:solidFill>
            <a:prstDash val="solid"/>
          </a:ln>
        </p:spPr>
        <p:txBody>
          <a:bodyPr xmlns:a="http://schemas.openxmlformats.org/drawingml/2006/main" lIns="85725" tIns="85725" rIns="85725" bIns="85725" anchor="ctr"/>
          <a:lstStyle xmlns:a="http://schemas.openxmlformats.org/drawingml/2006/main">
            <a:defPPr algn="ctr">
              <a:defRPr sz="1800">
                <a:solidFill>
                  <a:srgbClr val="193348"/>
                </a:solidFill>
                <a:latin typeface="DejaVu Sans"/>
                <a:ea typeface="DejaVu Sans"/>
                <a:cs typeface="DejaVu Sans"/>
              </a:defRPr>
            </a:defPPr>
            <a:lvl1pPr algn="ctr">
              <a:buNone/>
              <a:defRPr sz="1800">
                <a:solidFill>
                  <a:srgbClr val="193348"/>
                </a:solidFill>
                <a:latin typeface="DejaVu Sans"/>
                <a:ea typeface="DejaVu Sans"/>
                <a:cs typeface="DejaVu Sans"/>
              </a:defRPr>
            </a:lvl1pPr>
            <a:lvl2pPr algn="ctr">
              <a:buNone/>
              <a:defRPr sz="1800">
                <a:solidFill>
                  <a:srgbClr val="193348"/>
                </a:solidFill>
                <a:latin typeface="DejaVu Sans"/>
                <a:ea typeface="DejaVu Sans"/>
                <a:cs typeface="DejaVu Sans"/>
              </a:defRPr>
            </a:lvl2pPr>
            <a:lvl3pPr algn="ctr">
              <a:buNone/>
              <a:defRPr sz="1800">
                <a:solidFill>
                  <a:srgbClr val="193348"/>
                </a:solidFill>
                <a:latin typeface="DejaVu Sans"/>
                <a:ea typeface="DejaVu Sans"/>
                <a:cs typeface="DejaVu Sans"/>
              </a:defRPr>
            </a:lvl3pPr>
            <a:lvl4pPr algn="ctr">
              <a:buNone/>
              <a:defRPr sz="1800">
                <a:solidFill>
                  <a:srgbClr val="193348"/>
                </a:solidFill>
                <a:latin typeface="DejaVu Sans"/>
                <a:ea typeface="DejaVu Sans"/>
                <a:cs typeface="DejaVu Sans"/>
              </a:defRPr>
            </a:lvl4pPr>
            <a:lvl5pPr algn="ctr">
              <a:buNone/>
              <a:defRPr sz="1800">
                <a:solidFill>
                  <a:srgbClr val="193348"/>
                </a:solidFill>
                <a:latin typeface="DejaVu Sans"/>
                <a:ea typeface="DejaVu Sans"/>
                <a:cs typeface="DejaVu Sans"/>
              </a:defRPr>
            </a:lvl5pPr>
            <a:lvl6pPr algn="ctr">
              <a:buNone/>
              <a:defRPr sz="1800">
                <a:solidFill>
                  <a:srgbClr val="193348"/>
                </a:solidFill>
                <a:latin typeface="DejaVu Sans"/>
                <a:ea typeface="DejaVu Sans"/>
                <a:cs typeface="DejaVu Sans"/>
              </a:defRPr>
            </a:lvl6pPr>
            <a:lvl7pPr algn="ctr">
              <a:buNone/>
              <a:defRPr sz="1800">
                <a:solidFill>
                  <a:srgbClr val="193348"/>
                </a:solidFill>
                <a:latin typeface="DejaVu Sans"/>
                <a:ea typeface="DejaVu Sans"/>
                <a:cs typeface="DejaVu Sans"/>
              </a:defRPr>
            </a:lvl7pPr>
            <a:lvl8pPr algn="ctr">
              <a:buNone/>
              <a:defRPr sz="1800">
                <a:solidFill>
                  <a:srgbClr val="193348"/>
                </a:solidFill>
                <a:latin typeface="DejaVu Sans"/>
                <a:ea typeface="DejaVu Sans"/>
                <a:cs typeface="DejaVu Sans"/>
              </a:defRPr>
            </a:lvl8pPr>
            <a:lvl9pPr algn="ctr">
              <a:buNone/>
              <a:defRPr sz="1800">
                <a:solidFill>
                  <a:srgbClr val="193348"/>
                </a:solidFill>
                <a:latin typeface="DejaVu Sans"/>
                <a:ea typeface="DejaVu Sans"/>
                <a:cs typeface="DejaVu Sans"/>
              </a:defRPr>
            </a:lvl9pPr>
          </a:lstStyle>
          <a:p xmlns:a="http://schemas.openxmlformats.org/drawingml/2006/main">
            <a:pPr algn="ctr">
              <a:buNone/>
              <a:defRPr sz="1800">
                <a:solidFill>
                  <a:srgbClr val="193348"/>
                </a:solidFill>
                <a:latin typeface="DejaVu Sans"/>
                <a:ea typeface="DejaVu Sans"/>
                <a:cs typeface="DejaVu Sans"/>
              </a:defRPr>
            </a:pPr>
            <a:r>
              <a:rPr sz="1800">
                <a:solidFill>
                  <a:srgbClr val="193348"/>
                </a:solidFill>
                <a:latin typeface="DejaVu Sans"/>
                <a:ea typeface="DejaVu Sans"/>
                <a:cs typeface="DejaVu Sans"/>
              </a:rPr>
              <a:t>PostgreSQL en Neon</a:t>
            </a:r>
          </a:p>
          <a:p xmlns:a="http://schemas.openxmlformats.org/drawingml/2006/main">
            <a:pPr algn="ctr">
              <a:buNone/>
              <a:defRPr sz="1800">
                <a:solidFill>
                  <a:srgbClr val="193348"/>
                </a:solidFill>
                <a:latin typeface="DejaVu Sans"/>
                <a:ea typeface="DejaVu Sans"/>
                <a:cs typeface="DejaVu Sans"/>
              </a:defRPr>
            </a:pPr>
            <a:r>
              <a:rPr sz="1800">
                <a:solidFill>
                  <a:srgbClr val="193348"/>
                </a:solidFill>
                <a:latin typeface="DejaVu Sans"/>
                <a:ea typeface="DejaVu Sans"/>
                <a:cs typeface="DejaVu Sans"/>
              </a:rPr>
              <a:t>10 mensajes por sesión</a:t>
            </a:r>
          </a:p>
          <a:p xmlns:a="http://schemas.openxmlformats.org/drawingml/2006/main">
            <a:pPr algn="ctr">
              <a:buNone/>
              <a:defRPr sz="1800">
                <a:solidFill>
                  <a:srgbClr val="193348"/>
                </a:solidFill>
                <a:latin typeface="DejaVu Sans"/>
                <a:ea typeface="DejaVu Sans"/>
                <a:cs typeface="DejaVu Sans"/>
              </a:defRPr>
            </a:pPr>
            <a:r>
              <a:rPr sz="1800">
                <a:solidFill>
                  <a:srgbClr val="193348"/>
                </a:solidFill>
                <a:latin typeface="DejaVu Sans"/>
                <a:ea typeface="DejaVu Sans"/>
                <a:cs typeface="DejaVu Sans"/>
              </a:rPr>
              <a:t>Borradores duraderos</a:t>
            </a:r>
          </a:p>
        </p:txBody>
      </p:sp>
      <p:sp>
        <p:nvSpPr>
          <p:cNvPr id="8" name="">
            <a:extLst xmlns:a="http://schemas.openxmlformats.org/drawingml/2006/main">
              <a:ext uri="{FF2B5EF4-FFF2-40B4-BE49-F238E27FC236}">
                <a16:creationId xmlns:a16="http://schemas.microsoft.com/office/drawing/2014/main" id="{8C8E75A4-6DBA-45D0-8739-8087CB87313E}"/>
              </a:ext>
            </a:extLst>
          </p:cNvPr>
          <p:cNvSpPr>
            <a:spLocks xmlns:a="http://schemas.openxmlformats.org/drawingml/2006/main" noGrp="1"/>
          </p:cNvSpPr>
          <p:nvPr/>
        </p:nvSpPr>
        <p:spPr>
          <a:xfrm xmlns:a="http://schemas.openxmlformats.org/drawingml/2006/main">
            <a:off x="4524375" y="4095750"/>
            <a:ext cx="3143250" cy="1095375"/>
          </a:xfrm>
          <a:prstGeom xmlns:a="http://schemas.openxmlformats.org/drawingml/2006/main" prst="rect">
            <a:avLst/>
          </a:prstGeom>
          <a:solidFill xmlns:a="http://schemas.openxmlformats.org/drawingml/2006/main">
            <a:srgbClr val="EDF3F6"/>
          </a:solidFill>
          <a:ln xmlns:a="http://schemas.openxmlformats.org/drawingml/2006/main" w="12383">
            <a:solidFill>
              <a:srgbClr val="8EA3B2"/>
            </a:solidFill>
            <a:prstDash val="solid"/>
          </a:ln>
        </p:spPr>
        <p:txBody>
          <a:bodyPr xmlns:a="http://schemas.openxmlformats.org/drawingml/2006/main" lIns="85725" tIns="85725" rIns="85725" bIns="85725" anchor="ctr"/>
          <a:lstStyle xmlns:a="http://schemas.openxmlformats.org/drawingml/2006/main">
            <a:defPPr algn="ctr">
              <a:defRPr sz="1800">
                <a:solidFill>
                  <a:srgbClr val="193348"/>
                </a:solidFill>
                <a:latin typeface="DejaVu Sans"/>
                <a:ea typeface="DejaVu Sans"/>
                <a:cs typeface="DejaVu Sans"/>
              </a:defRPr>
            </a:defPPr>
            <a:lvl1pPr algn="ctr">
              <a:buNone/>
              <a:defRPr sz="1800">
                <a:solidFill>
                  <a:srgbClr val="193348"/>
                </a:solidFill>
                <a:latin typeface="DejaVu Sans"/>
                <a:ea typeface="DejaVu Sans"/>
                <a:cs typeface="DejaVu Sans"/>
              </a:defRPr>
            </a:lvl1pPr>
            <a:lvl2pPr algn="ctr">
              <a:buNone/>
              <a:defRPr sz="1800">
                <a:solidFill>
                  <a:srgbClr val="193348"/>
                </a:solidFill>
                <a:latin typeface="DejaVu Sans"/>
                <a:ea typeface="DejaVu Sans"/>
                <a:cs typeface="DejaVu Sans"/>
              </a:defRPr>
            </a:lvl2pPr>
            <a:lvl3pPr algn="ctr">
              <a:buNone/>
              <a:defRPr sz="1800">
                <a:solidFill>
                  <a:srgbClr val="193348"/>
                </a:solidFill>
                <a:latin typeface="DejaVu Sans"/>
                <a:ea typeface="DejaVu Sans"/>
                <a:cs typeface="DejaVu Sans"/>
              </a:defRPr>
            </a:lvl3pPr>
            <a:lvl4pPr algn="ctr">
              <a:buNone/>
              <a:defRPr sz="1800">
                <a:solidFill>
                  <a:srgbClr val="193348"/>
                </a:solidFill>
                <a:latin typeface="DejaVu Sans"/>
                <a:ea typeface="DejaVu Sans"/>
                <a:cs typeface="DejaVu Sans"/>
              </a:defRPr>
            </a:lvl4pPr>
            <a:lvl5pPr algn="ctr">
              <a:buNone/>
              <a:defRPr sz="1800">
                <a:solidFill>
                  <a:srgbClr val="193348"/>
                </a:solidFill>
                <a:latin typeface="DejaVu Sans"/>
                <a:ea typeface="DejaVu Sans"/>
                <a:cs typeface="DejaVu Sans"/>
              </a:defRPr>
            </a:lvl5pPr>
            <a:lvl6pPr algn="ctr">
              <a:buNone/>
              <a:defRPr sz="1800">
                <a:solidFill>
                  <a:srgbClr val="193348"/>
                </a:solidFill>
                <a:latin typeface="DejaVu Sans"/>
                <a:ea typeface="DejaVu Sans"/>
                <a:cs typeface="DejaVu Sans"/>
              </a:defRPr>
            </a:lvl6pPr>
            <a:lvl7pPr algn="ctr">
              <a:buNone/>
              <a:defRPr sz="1800">
                <a:solidFill>
                  <a:srgbClr val="193348"/>
                </a:solidFill>
                <a:latin typeface="DejaVu Sans"/>
                <a:ea typeface="DejaVu Sans"/>
                <a:cs typeface="DejaVu Sans"/>
              </a:defRPr>
            </a:lvl7pPr>
            <a:lvl8pPr algn="ctr">
              <a:buNone/>
              <a:defRPr sz="1800">
                <a:solidFill>
                  <a:srgbClr val="193348"/>
                </a:solidFill>
                <a:latin typeface="DejaVu Sans"/>
                <a:ea typeface="DejaVu Sans"/>
                <a:cs typeface="DejaVu Sans"/>
              </a:defRPr>
            </a:lvl8pPr>
            <a:lvl9pPr algn="ctr">
              <a:buNone/>
              <a:defRPr sz="1800">
                <a:solidFill>
                  <a:srgbClr val="193348"/>
                </a:solidFill>
                <a:latin typeface="DejaVu Sans"/>
                <a:ea typeface="DejaVu Sans"/>
                <a:cs typeface="DejaVu Sans"/>
              </a:defRPr>
            </a:lvl9pPr>
          </a:lstStyle>
          <a:p xmlns:a="http://schemas.openxmlformats.org/drawingml/2006/main">
            <a:pPr algn="ctr">
              <a:buNone/>
              <a:defRPr sz="1800">
                <a:solidFill>
                  <a:srgbClr val="193348"/>
                </a:solidFill>
                <a:latin typeface="DejaVu Sans"/>
                <a:ea typeface="DejaVu Sans"/>
                <a:cs typeface="DejaVu Sans"/>
              </a:defRPr>
            </a:pPr>
            <a:r>
              <a:rPr sz="1800">
                <a:solidFill>
                  <a:srgbClr val="193348"/>
                </a:solidFill>
                <a:latin typeface="DejaVu Sans"/>
                <a:ea typeface="DejaVu Sans"/>
                <a:cs typeface="DejaVu Sans"/>
              </a:rPr>
              <a:t>Validación de citas</a:t>
            </a:r>
          </a:p>
          <a:p xmlns:a="http://schemas.openxmlformats.org/drawingml/2006/main">
            <a:pPr algn="ctr">
              <a:buNone/>
              <a:defRPr sz="1800">
                <a:solidFill>
                  <a:srgbClr val="193348"/>
                </a:solidFill>
                <a:latin typeface="DejaVu Sans"/>
                <a:ea typeface="DejaVu Sans"/>
                <a:cs typeface="DejaVu Sans"/>
              </a:defRPr>
            </a:pPr>
            <a:r>
              <a:rPr sz="1800">
                <a:solidFill>
                  <a:srgbClr val="193348"/>
                </a:solidFill>
                <a:latin typeface="DejaVu Sans"/>
                <a:ea typeface="DejaVu Sans"/>
                <a:cs typeface="DejaVu Sans"/>
              </a:rPr>
              <a:t>Respuesta o derivación</a:t>
            </a:r>
          </a:p>
        </p:txBody>
      </p:sp>
      <p:sp>
        <p:nvSpPr>
          <p:cNvPr id="9" name="">
            <a:extLst xmlns:a="http://schemas.openxmlformats.org/drawingml/2006/main">
              <a:ext uri="{FF2B5EF4-FFF2-40B4-BE49-F238E27FC236}">
                <a16:creationId xmlns:a16="http://schemas.microsoft.com/office/drawing/2014/main" id="{9E6EA975-2DFA-4DCF-82AB-4C163A952D53}"/>
              </a:ext>
            </a:extLst>
          </p:cNvPr>
          <p:cNvSpPr>
            <a:spLocks xmlns:a="http://schemas.openxmlformats.org/drawingml/2006/main" noGrp="1"/>
          </p:cNvSpPr>
          <p:nvPr/>
        </p:nvSpPr>
        <p:spPr>
          <a:xfrm xmlns:a="http://schemas.openxmlformats.org/drawingml/2006/main">
            <a:off x="8715375" y="4095750"/>
            <a:ext cx="2857500" cy="1095375"/>
          </a:xfrm>
          <a:prstGeom xmlns:a="http://schemas.openxmlformats.org/drawingml/2006/main" prst="rect">
            <a:avLst/>
          </a:prstGeom>
          <a:solidFill xmlns:a="http://schemas.openxmlformats.org/drawingml/2006/main">
            <a:srgbClr val="EDF3F6"/>
          </a:solidFill>
          <a:ln xmlns:a="http://schemas.openxmlformats.org/drawingml/2006/main" w="12383">
            <a:solidFill>
              <a:srgbClr val="8EA3B2"/>
            </a:solidFill>
            <a:prstDash val="solid"/>
          </a:ln>
        </p:spPr>
        <p:txBody>
          <a:bodyPr xmlns:a="http://schemas.openxmlformats.org/drawingml/2006/main" lIns="85725" tIns="85725" rIns="85725" bIns="85725" anchor="ctr"/>
          <a:lstStyle xmlns:a="http://schemas.openxmlformats.org/drawingml/2006/main">
            <a:defPPr algn="ctr">
              <a:defRPr sz="1800">
                <a:solidFill>
                  <a:srgbClr val="193348"/>
                </a:solidFill>
                <a:latin typeface="DejaVu Sans"/>
                <a:ea typeface="DejaVu Sans"/>
                <a:cs typeface="DejaVu Sans"/>
              </a:defRPr>
            </a:defPPr>
            <a:lvl1pPr algn="ctr">
              <a:buNone/>
              <a:defRPr sz="1800">
                <a:solidFill>
                  <a:srgbClr val="193348"/>
                </a:solidFill>
                <a:latin typeface="DejaVu Sans"/>
                <a:ea typeface="DejaVu Sans"/>
                <a:cs typeface="DejaVu Sans"/>
              </a:defRPr>
            </a:lvl1pPr>
            <a:lvl2pPr algn="ctr">
              <a:buNone/>
              <a:defRPr sz="1800">
                <a:solidFill>
                  <a:srgbClr val="193348"/>
                </a:solidFill>
                <a:latin typeface="DejaVu Sans"/>
                <a:ea typeface="DejaVu Sans"/>
                <a:cs typeface="DejaVu Sans"/>
              </a:defRPr>
            </a:lvl2pPr>
            <a:lvl3pPr algn="ctr">
              <a:buNone/>
              <a:defRPr sz="1800">
                <a:solidFill>
                  <a:srgbClr val="193348"/>
                </a:solidFill>
                <a:latin typeface="DejaVu Sans"/>
                <a:ea typeface="DejaVu Sans"/>
                <a:cs typeface="DejaVu Sans"/>
              </a:defRPr>
            </a:lvl3pPr>
            <a:lvl4pPr algn="ctr">
              <a:buNone/>
              <a:defRPr sz="1800">
                <a:solidFill>
                  <a:srgbClr val="193348"/>
                </a:solidFill>
                <a:latin typeface="DejaVu Sans"/>
                <a:ea typeface="DejaVu Sans"/>
                <a:cs typeface="DejaVu Sans"/>
              </a:defRPr>
            </a:lvl4pPr>
            <a:lvl5pPr algn="ctr">
              <a:buNone/>
              <a:defRPr sz="1800">
                <a:solidFill>
                  <a:srgbClr val="193348"/>
                </a:solidFill>
                <a:latin typeface="DejaVu Sans"/>
                <a:ea typeface="DejaVu Sans"/>
                <a:cs typeface="DejaVu Sans"/>
              </a:defRPr>
            </a:lvl5pPr>
            <a:lvl6pPr algn="ctr">
              <a:buNone/>
              <a:defRPr sz="1800">
                <a:solidFill>
                  <a:srgbClr val="193348"/>
                </a:solidFill>
                <a:latin typeface="DejaVu Sans"/>
                <a:ea typeface="DejaVu Sans"/>
                <a:cs typeface="DejaVu Sans"/>
              </a:defRPr>
            </a:lvl6pPr>
            <a:lvl7pPr algn="ctr">
              <a:buNone/>
              <a:defRPr sz="1800">
                <a:solidFill>
                  <a:srgbClr val="193348"/>
                </a:solidFill>
                <a:latin typeface="DejaVu Sans"/>
                <a:ea typeface="DejaVu Sans"/>
                <a:cs typeface="DejaVu Sans"/>
              </a:defRPr>
            </a:lvl7pPr>
            <a:lvl8pPr algn="ctr">
              <a:buNone/>
              <a:defRPr sz="1800">
                <a:solidFill>
                  <a:srgbClr val="193348"/>
                </a:solidFill>
                <a:latin typeface="DejaVu Sans"/>
                <a:ea typeface="DejaVu Sans"/>
                <a:cs typeface="DejaVu Sans"/>
              </a:defRPr>
            </a:lvl8pPr>
            <a:lvl9pPr algn="ctr">
              <a:buNone/>
              <a:defRPr sz="1800">
                <a:solidFill>
                  <a:srgbClr val="193348"/>
                </a:solidFill>
                <a:latin typeface="DejaVu Sans"/>
                <a:ea typeface="DejaVu Sans"/>
                <a:cs typeface="DejaVu Sans"/>
              </a:defRPr>
            </a:lvl9pPr>
          </a:lstStyle>
          <a:p xmlns:a="http://schemas.openxmlformats.org/drawingml/2006/main">
            <a:pPr algn="ctr">
              <a:buNone/>
              <a:defRPr sz="1800">
                <a:solidFill>
                  <a:srgbClr val="193348"/>
                </a:solidFill>
                <a:latin typeface="DejaVu Sans"/>
                <a:ea typeface="DejaVu Sans"/>
                <a:cs typeface="DejaVu Sans"/>
              </a:defRPr>
            </a:pPr>
            <a:r>
              <a:rPr sz="1800">
                <a:solidFill>
                  <a:srgbClr val="193348"/>
                </a:solidFill>
                <a:latin typeface="DejaVu Sans"/>
                <a:ea typeface="DejaVu Sans"/>
                <a:cs typeface="DejaVu Sans"/>
              </a:rPr>
              <a:t>Embeddings OpenRouter</a:t>
            </a:r>
          </a:p>
          <a:p xmlns:a="http://schemas.openxmlformats.org/drawingml/2006/main">
            <a:pPr algn="ctr">
              <a:buNone/>
              <a:defRPr sz="1800">
                <a:solidFill>
                  <a:srgbClr val="193348"/>
                </a:solidFill>
                <a:latin typeface="DejaVu Sans"/>
                <a:ea typeface="DejaVu Sans"/>
                <a:cs typeface="DejaVu Sans"/>
              </a:defRPr>
            </a:pPr>
            <a:r>
              <a:rPr sz="1800">
                <a:solidFill>
                  <a:srgbClr val="193348"/>
                </a:solidFill>
                <a:latin typeface="DejaVu Sans"/>
                <a:ea typeface="DejaVu Sans"/>
                <a:cs typeface="DejaVu Sans"/>
              </a:rPr>
              <a:t>Manual y borradores</a:t>
            </a:r>
          </a:p>
        </p:txBody>
      </p:sp>
      <p:sp>
        <p:nvSpPr>
          <p:cNvPr id="17" name="text-16">
            <a:extLst xmlns:a="http://schemas.openxmlformats.org/drawingml/2006/main">
              <a:ext uri="{FF2B5EF4-FFF2-40B4-BE49-F238E27FC236}">
                <a16:creationId xmlns:a16="http://schemas.microsoft.com/office/drawing/2014/main" id="{F8D085E8-5DDF-462F-9831-0C79A1A4B9C0}"/>
              </a:ext>
            </a:extLst>
          </p:cNvPr>
          <p:cNvSpPr>
            <a:spLocks xmlns:a="http://schemas.openxmlformats.org/drawingml/2006/main" noGrp="1"/>
          </p:cNvSpPr>
          <p:nvPr/>
        </p:nvSpPr>
        <p:spPr>
          <a:xfrm xmlns:a="http://schemas.openxmlformats.org/drawingml/2006/main">
            <a:off x="7762875" y="2905125"/>
            <a:ext cx="1238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425" b="0">
                <a:solidFill>
                  <a:srgbClr val="4C6273"/>
                </a:solidFill>
                <a:latin typeface="DejaVu Sans"/>
                <a:ea typeface="DejaVu Sans"/>
                <a:cs typeface="DejaVu Sans"/>
              </a:defRPr>
            </a:defPPr>
            <a:lvl1pPr>
              <a:buNone/>
              <a:defRPr sz="1425" b="0">
                <a:solidFill>
                  <a:srgbClr val="4C6273"/>
                </a:solidFill>
                <a:latin typeface="DejaVu Sans"/>
                <a:ea typeface="DejaVu Sans"/>
                <a:cs typeface="DejaVu Sans"/>
              </a:defRPr>
            </a:lvl1pPr>
            <a:lvl2pPr>
              <a:buNone/>
              <a:defRPr sz="1425" b="0">
                <a:solidFill>
                  <a:srgbClr val="4C6273"/>
                </a:solidFill>
                <a:latin typeface="DejaVu Sans"/>
                <a:ea typeface="DejaVu Sans"/>
                <a:cs typeface="DejaVu Sans"/>
              </a:defRPr>
            </a:lvl2pPr>
            <a:lvl3pPr>
              <a:buNone/>
              <a:defRPr sz="1425" b="0">
                <a:solidFill>
                  <a:srgbClr val="4C6273"/>
                </a:solidFill>
                <a:latin typeface="DejaVu Sans"/>
                <a:ea typeface="DejaVu Sans"/>
                <a:cs typeface="DejaVu Sans"/>
              </a:defRPr>
            </a:lvl3pPr>
            <a:lvl4pPr>
              <a:buNone/>
              <a:defRPr sz="1425" b="0">
                <a:solidFill>
                  <a:srgbClr val="4C6273"/>
                </a:solidFill>
                <a:latin typeface="DejaVu Sans"/>
                <a:ea typeface="DejaVu Sans"/>
                <a:cs typeface="DejaVu Sans"/>
              </a:defRPr>
            </a:lvl4pPr>
            <a:lvl5pPr>
              <a:buNone/>
              <a:defRPr sz="1425" b="0">
                <a:solidFill>
                  <a:srgbClr val="4C6273"/>
                </a:solidFill>
                <a:latin typeface="DejaVu Sans"/>
                <a:ea typeface="DejaVu Sans"/>
                <a:cs typeface="DejaVu Sans"/>
              </a:defRPr>
            </a:lvl5pPr>
            <a:lvl6pPr>
              <a:buNone/>
              <a:defRPr sz="1425" b="0">
                <a:solidFill>
                  <a:srgbClr val="4C6273"/>
                </a:solidFill>
                <a:latin typeface="DejaVu Sans"/>
                <a:ea typeface="DejaVu Sans"/>
                <a:cs typeface="DejaVu Sans"/>
              </a:defRPr>
            </a:lvl6pPr>
            <a:lvl7pPr>
              <a:buNone/>
              <a:defRPr sz="1425" b="0">
                <a:solidFill>
                  <a:srgbClr val="4C6273"/>
                </a:solidFill>
                <a:latin typeface="DejaVu Sans"/>
                <a:ea typeface="DejaVu Sans"/>
                <a:cs typeface="DejaVu Sans"/>
              </a:defRPr>
            </a:lvl7pPr>
            <a:lvl8pPr>
              <a:buNone/>
              <a:defRPr sz="1425" b="0">
                <a:solidFill>
                  <a:srgbClr val="4C6273"/>
                </a:solidFill>
                <a:latin typeface="DejaVu Sans"/>
                <a:ea typeface="DejaVu Sans"/>
                <a:cs typeface="DejaVu Sans"/>
              </a:defRPr>
            </a:lvl8pPr>
            <a:lvl9pPr>
              <a:buNone/>
              <a:defRPr sz="1425" b="0">
                <a:solidFill>
                  <a:srgbClr val="4C6273"/>
                </a:solidFill>
                <a:latin typeface="DejaVu Sans"/>
                <a:ea typeface="DejaVu Sans"/>
                <a:cs typeface="DejaVu Sans"/>
              </a:defRPr>
            </a:lvl9pPr>
          </a:lstStyle>
          <a:p xmlns:a="http://schemas.openxmlformats.org/drawingml/2006/main">
            <a:pPr>
              <a:buNone/>
              <a:defRPr sz="1425" b="0">
                <a:solidFill>
                  <a:srgbClr val="4C6273"/>
                </a:solidFill>
                <a:latin typeface="DejaVu Sans"/>
                <a:ea typeface="DejaVu Sans"/>
                <a:cs typeface="DejaVu Sans"/>
              </a:defRPr>
            </a:pPr>
            <a:r>
              <a:rPr sz="1425" b="0">
                <a:solidFill>
                  <a:srgbClr val="4C6273"/>
                </a:solidFill>
                <a:latin typeface="DejaVu Sans"/>
                <a:ea typeface="DejaVu Sans"/>
                <a:cs typeface="DejaVu Sans"/>
              </a:rPr>
              <a:t>Resultado</a:t>
            </a:r>
          </a:p>
        </p:txBody>
      </p:sp>
      <p:sp>
        <p:nvSpPr>
          <p:cNvPr id="18" name="text-17">
            <a:extLst xmlns:a="http://schemas.openxmlformats.org/drawingml/2006/main">
              <a:ext uri="{FF2B5EF4-FFF2-40B4-BE49-F238E27FC236}">
                <a16:creationId xmlns:a16="http://schemas.microsoft.com/office/drawing/2014/main" id="{5F8F24C7-C9B2-4337-B759-94693E6E777D}"/>
              </a:ext>
            </a:extLst>
          </p:cNvPr>
          <p:cNvSpPr>
            <a:spLocks xmlns:a="http://schemas.openxmlformats.org/drawingml/2006/main" noGrp="1"/>
          </p:cNvSpPr>
          <p:nvPr/>
        </p:nvSpPr>
        <p:spPr>
          <a:xfrm xmlns:a="http://schemas.openxmlformats.org/drawingml/2006/main">
            <a:off x="619125" y="5715000"/>
            <a:ext cx="10572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875" b="0">
                <a:solidFill>
                  <a:srgbClr val="1E7B80"/>
                </a:solidFill>
                <a:latin typeface="DejaVu Sans"/>
                <a:ea typeface="DejaVu Sans"/>
                <a:cs typeface="DejaVu Sans"/>
              </a:defRPr>
            </a:defPPr>
            <a:lvl1pPr>
              <a:buNone/>
              <a:defRPr sz="1875" b="0">
                <a:solidFill>
                  <a:srgbClr val="1E7B80"/>
                </a:solidFill>
                <a:latin typeface="DejaVu Sans"/>
                <a:ea typeface="DejaVu Sans"/>
                <a:cs typeface="DejaVu Sans"/>
              </a:defRPr>
            </a:lvl1pPr>
            <a:lvl2pPr>
              <a:buNone/>
              <a:defRPr sz="1875" b="0">
                <a:solidFill>
                  <a:srgbClr val="1E7B80"/>
                </a:solidFill>
                <a:latin typeface="DejaVu Sans"/>
                <a:ea typeface="DejaVu Sans"/>
                <a:cs typeface="DejaVu Sans"/>
              </a:defRPr>
            </a:lvl2pPr>
            <a:lvl3pPr>
              <a:buNone/>
              <a:defRPr sz="1875" b="0">
                <a:solidFill>
                  <a:srgbClr val="1E7B80"/>
                </a:solidFill>
                <a:latin typeface="DejaVu Sans"/>
                <a:ea typeface="DejaVu Sans"/>
                <a:cs typeface="DejaVu Sans"/>
              </a:defRPr>
            </a:lvl3pPr>
            <a:lvl4pPr>
              <a:buNone/>
              <a:defRPr sz="1875" b="0">
                <a:solidFill>
                  <a:srgbClr val="1E7B80"/>
                </a:solidFill>
                <a:latin typeface="DejaVu Sans"/>
                <a:ea typeface="DejaVu Sans"/>
                <a:cs typeface="DejaVu Sans"/>
              </a:defRPr>
            </a:lvl4pPr>
            <a:lvl5pPr>
              <a:buNone/>
              <a:defRPr sz="1875" b="0">
                <a:solidFill>
                  <a:srgbClr val="1E7B80"/>
                </a:solidFill>
                <a:latin typeface="DejaVu Sans"/>
                <a:ea typeface="DejaVu Sans"/>
                <a:cs typeface="DejaVu Sans"/>
              </a:defRPr>
            </a:lvl5pPr>
            <a:lvl6pPr>
              <a:buNone/>
              <a:defRPr sz="1875" b="0">
                <a:solidFill>
                  <a:srgbClr val="1E7B80"/>
                </a:solidFill>
                <a:latin typeface="DejaVu Sans"/>
                <a:ea typeface="DejaVu Sans"/>
                <a:cs typeface="DejaVu Sans"/>
              </a:defRPr>
            </a:lvl6pPr>
            <a:lvl7pPr>
              <a:buNone/>
              <a:defRPr sz="1875" b="0">
                <a:solidFill>
                  <a:srgbClr val="1E7B80"/>
                </a:solidFill>
                <a:latin typeface="DejaVu Sans"/>
                <a:ea typeface="DejaVu Sans"/>
                <a:cs typeface="DejaVu Sans"/>
              </a:defRPr>
            </a:lvl7pPr>
            <a:lvl8pPr>
              <a:buNone/>
              <a:defRPr sz="1875" b="0">
                <a:solidFill>
                  <a:srgbClr val="1E7B80"/>
                </a:solidFill>
                <a:latin typeface="DejaVu Sans"/>
                <a:ea typeface="DejaVu Sans"/>
                <a:cs typeface="DejaVu Sans"/>
              </a:defRPr>
            </a:lvl8pPr>
            <a:lvl9pPr>
              <a:buNone/>
              <a:defRPr sz="1875" b="0">
                <a:solidFill>
                  <a:srgbClr val="1E7B80"/>
                </a:solidFill>
                <a:latin typeface="DejaVu Sans"/>
                <a:ea typeface="DejaVu Sans"/>
                <a:cs typeface="DejaVu Sans"/>
              </a:defRPr>
            </a:lvl9pPr>
          </a:lstStyle>
          <a:p xmlns:a="http://schemas.openxmlformats.org/drawingml/2006/main">
            <a:pPr>
              <a:buNone/>
              <a:defRPr sz="1875" b="0">
                <a:solidFill>
                  <a:srgbClr val="1E7B80"/>
                </a:solidFill>
                <a:latin typeface="DejaVu Sans"/>
                <a:ea typeface="DejaVu Sans"/>
                <a:cs typeface="DejaVu Sans"/>
              </a:defRPr>
            </a:pPr>
            <a:r>
              <a:rPr sz="1875" b="0">
                <a:solidFill>
                  <a:srgbClr val="1E7B80"/>
                </a:solidFill>
                <a:latin typeface="DejaVu Sans"/>
                <a:ea typeface="DejaVu Sans"/>
                <a:cs typeface="DejaVu Sans"/>
              </a:rPr>
              <a:t>Cada resultado vuelve al modelo para decidir la siguiente acción</a:t>
            </a:r>
          </a:p>
        </p:txBody>
      </p:sp>
    </p:spTree>
    <p:extLst>
      <p:ext uri="{BB962C8B-B14F-4D97-AF65-F5344CB8AC3E}">
        <p14:creationId xmlns:p14="http://schemas.microsoft.com/office/powerpoint/2010/main" val="1831301583"/>
      </p:ext>
    </p:extLst>
  </p:cSld>
</p:sld>
</file>

<file path=ppt/slides/slide3.xml><?xml version="1.0" encoding="utf-8"?>
<p:sld xmlns:p="http://schemas.openxmlformats.org/presentationml/2006/main">
  <p:cSld>
    <p:bg>
      <p:bgPr>
        <a:solidFill xmlns:a="http://schemas.openxmlformats.org/drawingml/2006/main">
          <a:srgbClr val="FAFBFC"/>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43A2DC42-76D5-42DF-BFD6-250CBEC0422D}"/>
              </a:ext>
            </a:extLst>
          </p:cNvPr>
          <p:cNvSpPr>
            <a:spLocks xmlns:a="http://schemas.openxmlformats.org/drawingml/2006/main" noGrp="1"/>
          </p:cNvSpPr>
          <p:nvPr/>
        </p:nvSpPr>
        <p:spPr>
          <a:xfrm xmlns:a="http://schemas.openxmlformats.org/drawingml/2006/main">
            <a:off x="619125" y="419100"/>
            <a:ext cx="1095375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3300" b="1">
                <a:solidFill>
                  <a:srgbClr val="193348"/>
                </a:solidFill>
                <a:latin typeface="DejaVu Sans"/>
                <a:ea typeface="DejaVu Sans"/>
                <a:cs typeface="DejaVu Sans"/>
              </a:defRPr>
            </a:defPPr>
            <a:lvl1pPr>
              <a:buNone/>
              <a:defRPr sz="3300" b="1">
                <a:solidFill>
                  <a:srgbClr val="193348"/>
                </a:solidFill>
                <a:latin typeface="DejaVu Sans"/>
                <a:ea typeface="DejaVu Sans"/>
                <a:cs typeface="DejaVu Sans"/>
              </a:defRPr>
            </a:lvl1pPr>
            <a:lvl2pPr>
              <a:buNone/>
              <a:defRPr sz="3300" b="1">
                <a:solidFill>
                  <a:srgbClr val="193348"/>
                </a:solidFill>
                <a:latin typeface="DejaVu Sans"/>
                <a:ea typeface="DejaVu Sans"/>
                <a:cs typeface="DejaVu Sans"/>
              </a:defRPr>
            </a:lvl2pPr>
            <a:lvl3pPr>
              <a:buNone/>
              <a:defRPr sz="3300" b="1">
                <a:solidFill>
                  <a:srgbClr val="193348"/>
                </a:solidFill>
                <a:latin typeface="DejaVu Sans"/>
                <a:ea typeface="DejaVu Sans"/>
                <a:cs typeface="DejaVu Sans"/>
              </a:defRPr>
            </a:lvl3pPr>
            <a:lvl4pPr>
              <a:buNone/>
              <a:defRPr sz="3300" b="1">
                <a:solidFill>
                  <a:srgbClr val="193348"/>
                </a:solidFill>
                <a:latin typeface="DejaVu Sans"/>
                <a:ea typeface="DejaVu Sans"/>
                <a:cs typeface="DejaVu Sans"/>
              </a:defRPr>
            </a:lvl4pPr>
            <a:lvl5pPr>
              <a:buNone/>
              <a:defRPr sz="3300" b="1">
                <a:solidFill>
                  <a:srgbClr val="193348"/>
                </a:solidFill>
                <a:latin typeface="DejaVu Sans"/>
                <a:ea typeface="DejaVu Sans"/>
                <a:cs typeface="DejaVu Sans"/>
              </a:defRPr>
            </a:lvl5pPr>
            <a:lvl6pPr>
              <a:buNone/>
              <a:defRPr sz="3300" b="1">
                <a:solidFill>
                  <a:srgbClr val="193348"/>
                </a:solidFill>
                <a:latin typeface="DejaVu Sans"/>
                <a:ea typeface="DejaVu Sans"/>
                <a:cs typeface="DejaVu Sans"/>
              </a:defRPr>
            </a:lvl6pPr>
            <a:lvl7pPr>
              <a:buNone/>
              <a:defRPr sz="3300" b="1">
                <a:solidFill>
                  <a:srgbClr val="193348"/>
                </a:solidFill>
                <a:latin typeface="DejaVu Sans"/>
                <a:ea typeface="DejaVu Sans"/>
                <a:cs typeface="DejaVu Sans"/>
              </a:defRPr>
            </a:lvl7pPr>
            <a:lvl8pPr>
              <a:buNone/>
              <a:defRPr sz="3300" b="1">
                <a:solidFill>
                  <a:srgbClr val="193348"/>
                </a:solidFill>
                <a:latin typeface="DejaVu Sans"/>
                <a:ea typeface="DejaVu Sans"/>
                <a:cs typeface="DejaVu Sans"/>
              </a:defRPr>
            </a:lvl8pPr>
            <a:lvl9pPr>
              <a:buNone/>
              <a:defRPr sz="3300" b="1">
                <a:solidFill>
                  <a:srgbClr val="193348"/>
                </a:solidFill>
                <a:latin typeface="DejaVu Sans"/>
                <a:ea typeface="DejaVu Sans"/>
                <a:cs typeface="DejaVu Sans"/>
              </a:defRPr>
            </a:lvl9pPr>
          </a:lstStyle>
          <a:p xmlns:a="http://schemas.openxmlformats.org/drawingml/2006/main">
            <a:pPr>
              <a:buNone/>
              <a:defRPr sz="3300" b="1">
                <a:solidFill>
                  <a:srgbClr val="193348"/>
                </a:solidFill>
                <a:latin typeface="DejaVu Sans"/>
                <a:ea typeface="DejaVu Sans"/>
                <a:cs typeface="DejaVu Sans"/>
              </a:defRPr>
            </a:pPr>
            <a:r>
              <a:rPr sz="3300" b="1">
                <a:solidFill>
                  <a:srgbClr val="193348"/>
                </a:solidFill>
                <a:latin typeface="DejaVu Sans"/>
                <a:ea typeface="DejaVu Sans"/>
                <a:cs typeface="DejaVu Sans"/>
              </a:rPr>
              <a:t>Memoria y control del consumo</a:t>
            </a:r>
          </a:p>
        </p:txBody>
      </p:sp>
      <p:sp>
        <p:nvSpPr>
          <p:cNvPr id="2" name="text-1">
            <a:extLst xmlns:a="http://schemas.openxmlformats.org/drawingml/2006/main">
              <a:ext uri="{FF2B5EF4-FFF2-40B4-BE49-F238E27FC236}">
                <a16:creationId xmlns:a16="http://schemas.microsoft.com/office/drawing/2014/main" id="{2A83EEA6-2131-4B7D-8CDE-B36B00700A59}"/>
              </a:ext>
            </a:extLst>
          </p:cNvPr>
          <p:cNvSpPr>
            <a:spLocks xmlns:a="http://schemas.openxmlformats.org/drawingml/2006/main" noGrp="1"/>
          </p:cNvSpPr>
          <p:nvPr/>
        </p:nvSpPr>
        <p:spPr>
          <a:xfrm xmlns:a="http://schemas.openxmlformats.org/drawingml/2006/main">
            <a:off x="619125" y="6419850"/>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275" b="0">
                <a:solidFill>
                  <a:srgbClr val="4C6273"/>
                </a:solidFill>
                <a:latin typeface="DejaVu Sans"/>
                <a:ea typeface="DejaVu Sans"/>
                <a:cs typeface="DejaVu Sans"/>
              </a:defRPr>
            </a:defPPr>
            <a:lvl1pPr>
              <a:buNone/>
              <a:defRPr sz="1275" b="0">
                <a:solidFill>
                  <a:srgbClr val="4C6273"/>
                </a:solidFill>
                <a:latin typeface="DejaVu Sans"/>
                <a:ea typeface="DejaVu Sans"/>
                <a:cs typeface="DejaVu Sans"/>
              </a:defRPr>
            </a:lvl1pPr>
            <a:lvl2pPr>
              <a:buNone/>
              <a:defRPr sz="1275" b="0">
                <a:solidFill>
                  <a:srgbClr val="4C6273"/>
                </a:solidFill>
                <a:latin typeface="DejaVu Sans"/>
                <a:ea typeface="DejaVu Sans"/>
                <a:cs typeface="DejaVu Sans"/>
              </a:defRPr>
            </a:lvl2pPr>
            <a:lvl3pPr>
              <a:buNone/>
              <a:defRPr sz="1275" b="0">
                <a:solidFill>
                  <a:srgbClr val="4C6273"/>
                </a:solidFill>
                <a:latin typeface="DejaVu Sans"/>
                <a:ea typeface="DejaVu Sans"/>
                <a:cs typeface="DejaVu Sans"/>
              </a:defRPr>
            </a:lvl3pPr>
            <a:lvl4pPr>
              <a:buNone/>
              <a:defRPr sz="1275" b="0">
                <a:solidFill>
                  <a:srgbClr val="4C6273"/>
                </a:solidFill>
                <a:latin typeface="DejaVu Sans"/>
                <a:ea typeface="DejaVu Sans"/>
                <a:cs typeface="DejaVu Sans"/>
              </a:defRPr>
            </a:lvl4pPr>
            <a:lvl5pPr>
              <a:buNone/>
              <a:defRPr sz="1275" b="0">
                <a:solidFill>
                  <a:srgbClr val="4C6273"/>
                </a:solidFill>
                <a:latin typeface="DejaVu Sans"/>
                <a:ea typeface="DejaVu Sans"/>
                <a:cs typeface="DejaVu Sans"/>
              </a:defRPr>
            </a:lvl5pPr>
            <a:lvl6pPr>
              <a:buNone/>
              <a:defRPr sz="1275" b="0">
                <a:solidFill>
                  <a:srgbClr val="4C6273"/>
                </a:solidFill>
                <a:latin typeface="DejaVu Sans"/>
                <a:ea typeface="DejaVu Sans"/>
                <a:cs typeface="DejaVu Sans"/>
              </a:defRPr>
            </a:lvl6pPr>
            <a:lvl7pPr>
              <a:buNone/>
              <a:defRPr sz="1275" b="0">
                <a:solidFill>
                  <a:srgbClr val="4C6273"/>
                </a:solidFill>
                <a:latin typeface="DejaVu Sans"/>
                <a:ea typeface="DejaVu Sans"/>
                <a:cs typeface="DejaVu Sans"/>
              </a:defRPr>
            </a:lvl7pPr>
            <a:lvl8pPr>
              <a:buNone/>
              <a:defRPr sz="1275" b="0">
                <a:solidFill>
                  <a:srgbClr val="4C6273"/>
                </a:solidFill>
                <a:latin typeface="DejaVu Sans"/>
                <a:ea typeface="DejaVu Sans"/>
                <a:cs typeface="DejaVu Sans"/>
              </a:defRPr>
            </a:lvl8pPr>
            <a:lvl9pPr>
              <a:buNone/>
              <a:defRPr sz="1275" b="0">
                <a:solidFill>
                  <a:srgbClr val="4C6273"/>
                </a:solidFill>
                <a:latin typeface="DejaVu Sans"/>
                <a:ea typeface="DejaVu Sans"/>
                <a:cs typeface="DejaVu Sans"/>
              </a:defRPr>
            </a:lvl9pPr>
          </a:lstStyle>
          <a:p xmlns:a="http://schemas.openxmlformats.org/drawingml/2006/main">
            <a:pPr>
              <a:buNone/>
              <a:defRPr sz="1275" b="0">
                <a:solidFill>
                  <a:srgbClr val="4C6273"/>
                </a:solidFill>
                <a:latin typeface="DejaVu Sans"/>
                <a:ea typeface="DejaVu Sans"/>
                <a:cs typeface="DejaVu Sans"/>
              </a:defRPr>
            </a:pPr>
            <a:r>
              <a:rPr sz="1275" b="0">
                <a:solidFill>
                  <a:srgbClr val="4C6273"/>
                </a:solidFill>
                <a:latin typeface="DejaVu Sans"/>
                <a:ea typeface="DejaVu Sans"/>
                <a:cs typeface="DejaVu Sans"/>
              </a:rPr>
              <a:t>AsistenteReg EP2</a:t>
            </a:r>
          </a:p>
        </p:txBody>
      </p:sp>
      <p:sp>
        <p:nvSpPr>
          <p:cNvPr id="3" name="text-2">
            <a:extLst xmlns:a="http://schemas.openxmlformats.org/drawingml/2006/main">
              <a:ext uri="{FF2B5EF4-FFF2-40B4-BE49-F238E27FC236}">
                <a16:creationId xmlns:a16="http://schemas.microsoft.com/office/drawing/2014/main" id="{5C715B05-809C-43E1-9237-AA3006CAB7BB}"/>
              </a:ext>
            </a:extLst>
          </p:cNvPr>
          <p:cNvSpPr>
            <a:spLocks xmlns:a="http://schemas.openxmlformats.org/drawingml/2006/main" noGrp="1"/>
          </p:cNvSpPr>
          <p:nvPr/>
        </p:nvSpPr>
        <p:spPr>
          <a:xfrm xmlns:a="http://schemas.openxmlformats.org/drawingml/2006/main">
            <a:off x="11144250" y="641985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275" b="0">
                <a:solidFill>
                  <a:srgbClr val="4C6273"/>
                </a:solidFill>
                <a:latin typeface="DejaVu Sans"/>
                <a:ea typeface="DejaVu Sans"/>
                <a:cs typeface="DejaVu Sans"/>
              </a:defRPr>
            </a:defPPr>
            <a:lvl1pPr>
              <a:buNone/>
              <a:defRPr sz="1275" b="0">
                <a:solidFill>
                  <a:srgbClr val="4C6273"/>
                </a:solidFill>
                <a:latin typeface="DejaVu Sans"/>
                <a:ea typeface="DejaVu Sans"/>
                <a:cs typeface="DejaVu Sans"/>
              </a:defRPr>
            </a:lvl1pPr>
            <a:lvl2pPr>
              <a:buNone/>
              <a:defRPr sz="1275" b="0">
                <a:solidFill>
                  <a:srgbClr val="4C6273"/>
                </a:solidFill>
                <a:latin typeface="DejaVu Sans"/>
                <a:ea typeface="DejaVu Sans"/>
                <a:cs typeface="DejaVu Sans"/>
              </a:defRPr>
            </a:lvl2pPr>
            <a:lvl3pPr>
              <a:buNone/>
              <a:defRPr sz="1275" b="0">
                <a:solidFill>
                  <a:srgbClr val="4C6273"/>
                </a:solidFill>
                <a:latin typeface="DejaVu Sans"/>
                <a:ea typeface="DejaVu Sans"/>
                <a:cs typeface="DejaVu Sans"/>
              </a:defRPr>
            </a:lvl3pPr>
            <a:lvl4pPr>
              <a:buNone/>
              <a:defRPr sz="1275" b="0">
                <a:solidFill>
                  <a:srgbClr val="4C6273"/>
                </a:solidFill>
                <a:latin typeface="DejaVu Sans"/>
                <a:ea typeface="DejaVu Sans"/>
                <a:cs typeface="DejaVu Sans"/>
              </a:defRPr>
            </a:lvl4pPr>
            <a:lvl5pPr>
              <a:buNone/>
              <a:defRPr sz="1275" b="0">
                <a:solidFill>
                  <a:srgbClr val="4C6273"/>
                </a:solidFill>
                <a:latin typeface="DejaVu Sans"/>
                <a:ea typeface="DejaVu Sans"/>
                <a:cs typeface="DejaVu Sans"/>
              </a:defRPr>
            </a:lvl5pPr>
            <a:lvl6pPr>
              <a:buNone/>
              <a:defRPr sz="1275" b="0">
                <a:solidFill>
                  <a:srgbClr val="4C6273"/>
                </a:solidFill>
                <a:latin typeface="DejaVu Sans"/>
                <a:ea typeface="DejaVu Sans"/>
                <a:cs typeface="DejaVu Sans"/>
              </a:defRPr>
            </a:lvl6pPr>
            <a:lvl7pPr>
              <a:buNone/>
              <a:defRPr sz="1275" b="0">
                <a:solidFill>
                  <a:srgbClr val="4C6273"/>
                </a:solidFill>
                <a:latin typeface="DejaVu Sans"/>
                <a:ea typeface="DejaVu Sans"/>
                <a:cs typeface="DejaVu Sans"/>
              </a:defRPr>
            </a:lvl7pPr>
            <a:lvl8pPr>
              <a:buNone/>
              <a:defRPr sz="1275" b="0">
                <a:solidFill>
                  <a:srgbClr val="4C6273"/>
                </a:solidFill>
                <a:latin typeface="DejaVu Sans"/>
                <a:ea typeface="DejaVu Sans"/>
                <a:cs typeface="DejaVu Sans"/>
              </a:defRPr>
            </a:lvl8pPr>
            <a:lvl9pPr>
              <a:buNone/>
              <a:defRPr sz="1275" b="0">
                <a:solidFill>
                  <a:srgbClr val="4C6273"/>
                </a:solidFill>
                <a:latin typeface="DejaVu Sans"/>
                <a:ea typeface="DejaVu Sans"/>
                <a:cs typeface="DejaVu Sans"/>
              </a:defRPr>
            </a:lvl9pPr>
          </a:lstStyle>
          <a:p xmlns:a="http://schemas.openxmlformats.org/drawingml/2006/main">
            <a:pPr>
              <a:buNone/>
              <a:defRPr sz="1275" b="0">
                <a:solidFill>
                  <a:srgbClr val="4C6273"/>
                </a:solidFill>
                <a:latin typeface="DejaVu Sans"/>
                <a:ea typeface="DejaVu Sans"/>
                <a:cs typeface="DejaVu Sans"/>
              </a:defRPr>
            </a:pPr>
            <a:r>
              <a:rPr sz="1275" b="0">
                <a:solidFill>
                  <a:srgbClr val="4C6273"/>
                </a:solidFill>
                <a:latin typeface="DejaVu Sans"/>
                <a:ea typeface="DejaVu Sans"/>
                <a:cs typeface="DejaVu Sans"/>
              </a:rPr>
              <a:t>3</a:t>
            </a:r>
          </a:p>
        </p:txBody>
      </p:sp>
      <p:sp>
        <p:nvSpPr>
          <p:cNvPr id="4" name="text-3">
            <a:extLst xmlns:a="http://schemas.openxmlformats.org/drawingml/2006/main">
              <a:ext uri="{FF2B5EF4-FFF2-40B4-BE49-F238E27FC236}">
                <a16:creationId xmlns:a16="http://schemas.microsoft.com/office/drawing/2014/main" id="{93ADF44B-FB69-49F2-A885-7BF13968A673}"/>
              </a:ext>
            </a:extLst>
          </p:cNvPr>
          <p:cNvSpPr>
            <a:spLocks xmlns:a="http://schemas.openxmlformats.org/drawingml/2006/main" noGrp="1"/>
          </p:cNvSpPr>
          <p:nvPr/>
        </p:nvSpPr>
        <p:spPr>
          <a:xfrm xmlns:a="http://schemas.openxmlformats.org/drawingml/2006/main">
            <a:off x="619125" y="1619250"/>
            <a:ext cx="4953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325" b="1">
                <a:solidFill>
                  <a:srgbClr val="1E7B80"/>
                </a:solidFill>
                <a:latin typeface="DejaVu Sans"/>
                <a:ea typeface="DejaVu Sans"/>
                <a:cs typeface="DejaVu Sans"/>
              </a:defRPr>
            </a:defPPr>
            <a:lvl1pPr>
              <a:buNone/>
              <a:defRPr sz="2325" b="1">
                <a:solidFill>
                  <a:srgbClr val="1E7B80"/>
                </a:solidFill>
                <a:latin typeface="DejaVu Sans"/>
                <a:ea typeface="DejaVu Sans"/>
                <a:cs typeface="DejaVu Sans"/>
              </a:defRPr>
            </a:lvl1pPr>
            <a:lvl2pPr>
              <a:buNone/>
              <a:defRPr sz="2325" b="1">
                <a:solidFill>
                  <a:srgbClr val="1E7B80"/>
                </a:solidFill>
                <a:latin typeface="DejaVu Sans"/>
                <a:ea typeface="DejaVu Sans"/>
                <a:cs typeface="DejaVu Sans"/>
              </a:defRPr>
            </a:lvl2pPr>
            <a:lvl3pPr>
              <a:buNone/>
              <a:defRPr sz="2325" b="1">
                <a:solidFill>
                  <a:srgbClr val="1E7B80"/>
                </a:solidFill>
                <a:latin typeface="DejaVu Sans"/>
                <a:ea typeface="DejaVu Sans"/>
                <a:cs typeface="DejaVu Sans"/>
              </a:defRPr>
            </a:lvl3pPr>
            <a:lvl4pPr>
              <a:buNone/>
              <a:defRPr sz="2325" b="1">
                <a:solidFill>
                  <a:srgbClr val="1E7B80"/>
                </a:solidFill>
                <a:latin typeface="DejaVu Sans"/>
                <a:ea typeface="DejaVu Sans"/>
                <a:cs typeface="DejaVu Sans"/>
              </a:defRPr>
            </a:lvl4pPr>
            <a:lvl5pPr>
              <a:buNone/>
              <a:defRPr sz="2325" b="1">
                <a:solidFill>
                  <a:srgbClr val="1E7B80"/>
                </a:solidFill>
                <a:latin typeface="DejaVu Sans"/>
                <a:ea typeface="DejaVu Sans"/>
                <a:cs typeface="DejaVu Sans"/>
              </a:defRPr>
            </a:lvl5pPr>
            <a:lvl6pPr>
              <a:buNone/>
              <a:defRPr sz="2325" b="1">
                <a:solidFill>
                  <a:srgbClr val="1E7B80"/>
                </a:solidFill>
                <a:latin typeface="DejaVu Sans"/>
                <a:ea typeface="DejaVu Sans"/>
                <a:cs typeface="DejaVu Sans"/>
              </a:defRPr>
            </a:lvl6pPr>
            <a:lvl7pPr>
              <a:buNone/>
              <a:defRPr sz="2325" b="1">
                <a:solidFill>
                  <a:srgbClr val="1E7B80"/>
                </a:solidFill>
                <a:latin typeface="DejaVu Sans"/>
                <a:ea typeface="DejaVu Sans"/>
                <a:cs typeface="DejaVu Sans"/>
              </a:defRPr>
            </a:lvl7pPr>
            <a:lvl8pPr>
              <a:buNone/>
              <a:defRPr sz="2325" b="1">
                <a:solidFill>
                  <a:srgbClr val="1E7B80"/>
                </a:solidFill>
                <a:latin typeface="DejaVu Sans"/>
                <a:ea typeface="DejaVu Sans"/>
                <a:cs typeface="DejaVu Sans"/>
              </a:defRPr>
            </a:lvl8pPr>
            <a:lvl9pPr>
              <a:buNone/>
              <a:defRPr sz="2325" b="1">
                <a:solidFill>
                  <a:srgbClr val="1E7B80"/>
                </a:solidFill>
                <a:latin typeface="DejaVu Sans"/>
                <a:ea typeface="DejaVu Sans"/>
                <a:cs typeface="DejaVu Sans"/>
              </a:defRPr>
            </a:lvl9pPr>
          </a:lstStyle>
          <a:p xmlns:a="http://schemas.openxmlformats.org/drawingml/2006/main">
            <a:pPr>
              <a:buNone/>
              <a:defRPr sz="2325" b="1">
                <a:solidFill>
                  <a:srgbClr val="1E7B80"/>
                </a:solidFill>
                <a:latin typeface="DejaVu Sans"/>
                <a:ea typeface="DejaVu Sans"/>
                <a:cs typeface="DejaVu Sans"/>
              </a:defRPr>
            </a:pPr>
            <a:r>
              <a:rPr sz="2325" b="1">
                <a:solidFill>
                  <a:srgbClr val="1E7B80"/>
                </a:solidFill>
                <a:latin typeface="DejaVu Sans"/>
                <a:ea typeface="DejaVu Sans"/>
                <a:cs typeface="DejaVu Sans"/>
              </a:rPr>
              <a:t>Memoria stateful</a:t>
            </a:r>
          </a:p>
        </p:txBody>
      </p:sp>
      <p:sp>
        <p:nvSpPr>
          <p:cNvPr id="5" name="text-4">
            <a:extLst xmlns:a="http://schemas.openxmlformats.org/drawingml/2006/main">
              <a:ext uri="{FF2B5EF4-FFF2-40B4-BE49-F238E27FC236}">
                <a16:creationId xmlns:a16="http://schemas.microsoft.com/office/drawing/2014/main" id="{02B337FA-9A4E-4F44-AE61-B150EAF3912A}"/>
              </a:ext>
            </a:extLst>
          </p:cNvPr>
          <p:cNvSpPr>
            <a:spLocks xmlns:a="http://schemas.openxmlformats.org/drawingml/2006/main" noGrp="1"/>
          </p:cNvSpPr>
          <p:nvPr/>
        </p:nvSpPr>
        <p:spPr>
          <a:xfrm xmlns:a="http://schemas.openxmlformats.org/drawingml/2006/main">
            <a:off x="619125" y="2381250"/>
            <a:ext cx="542925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950" b="0">
                <a:solidFill>
                  <a:srgbClr val="193348"/>
                </a:solidFill>
                <a:latin typeface="DejaVu Sans"/>
                <a:ea typeface="DejaVu Sans"/>
                <a:cs typeface="DejaVu Sans"/>
              </a:defRPr>
            </a:defPPr>
            <a:lvl1pPr>
              <a:buNone/>
              <a:defRPr sz="1950" b="0">
                <a:solidFill>
                  <a:srgbClr val="193348"/>
                </a:solidFill>
                <a:latin typeface="DejaVu Sans"/>
                <a:ea typeface="DejaVu Sans"/>
                <a:cs typeface="DejaVu Sans"/>
              </a:defRPr>
            </a:lvl1pPr>
            <a:lvl2pPr>
              <a:buNone/>
              <a:defRPr sz="1950" b="0">
                <a:solidFill>
                  <a:srgbClr val="193348"/>
                </a:solidFill>
                <a:latin typeface="DejaVu Sans"/>
                <a:ea typeface="DejaVu Sans"/>
                <a:cs typeface="DejaVu Sans"/>
              </a:defRPr>
            </a:lvl2pPr>
            <a:lvl3pPr>
              <a:buNone/>
              <a:defRPr sz="1950" b="0">
                <a:solidFill>
                  <a:srgbClr val="193348"/>
                </a:solidFill>
                <a:latin typeface="DejaVu Sans"/>
                <a:ea typeface="DejaVu Sans"/>
                <a:cs typeface="DejaVu Sans"/>
              </a:defRPr>
            </a:lvl3pPr>
            <a:lvl4pPr>
              <a:buNone/>
              <a:defRPr sz="1950" b="0">
                <a:solidFill>
                  <a:srgbClr val="193348"/>
                </a:solidFill>
                <a:latin typeface="DejaVu Sans"/>
                <a:ea typeface="DejaVu Sans"/>
                <a:cs typeface="DejaVu Sans"/>
              </a:defRPr>
            </a:lvl4pPr>
            <a:lvl5pPr>
              <a:buNone/>
              <a:defRPr sz="1950" b="0">
                <a:solidFill>
                  <a:srgbClr val="193348"/>
                </a:solidFill>
                <a:latin typeface="DejaVu Sans"/>
                <a:ea typeface="DejaVu Sans"/>
                <a:cs typeface="DejaVu Sans"/>
              </a:defRPr>
            </a:lvl5pPr>
            <a:lvl6pPr>
              <a:buNone/>
              <a:defRPr sz="1950" b="0">
                <a:solidFill>
                  <a:srgbClr val="193348"/>
                </a:solidFill>
                <a:latin typeface="DejaVu Sans"/>
                <a:ea typeface="DejaVu Sans"/>
                <a:cs typeface="DejaVu Sans"/>
              </a:defRPr>
            </a:lvl6pPr>
            <a:lvl7pPr>
              <a:buNone/>
              <a:defRPr sz="1950" b="0">
                <a:solidFill>
                  <a:srgbClr val="193348"/>
                </a:solidFill>
                <a:latin typeface="DejaVu Sans"/>
                <a:ea typeface="DejaVu Sans"/>
                <a:cs typeface="DejaVu Sans"/>
              </a:defRPr>
            </a:lvl7pPr>
            <a:lvl8pPr>
              <a:buNone/>
              <a:defRPr sz="1950" b="0">
                <a:solidFill>
                  <a:srgbClr val="193348"/>
                </a:solidFill>
                <a:latin typeface="DejaVu Sans"/>
                <a:ea typeface="DejaVu Sans"/>
                <a:cs typeface="DejaVu Sans"/>
              </a:defRPr>
            </a:lvl8pPr>
            <a:lvl9pPr>
              <a:buNone/>
              <a:defRPr sz="1950" b="0">
                <a:solidFill>
                  <a:srgbClr val="193348"/>
                </a:solidFill>
                <a:latin typeface="DejaVu Sans"/>
                <a:ea typeface="DejaVu Sans"/>
                <a:cs typeface="DejaVu Sans"/>
              </a:defRPr>
            </a:lvl9pPr>
          </a:lstStyle>
          <a:p xmlns:a="http://schemas.openxmlformats.org/drawingml/2006/main">
            <a:pPr>
              <a:buNone/>
              <a:defRPr sz="1950" b="0">
                <a:solidFill>
                  <a:srgbClr val="193348"/>
                </a:solidFill>
                <a:latin typeface="DejaVu Sans"/>
                <a:ea typeface="DejaVu Sans"/>
                <a:cs typeface="DejaVu Sans"/>
              </a:defRPr>
            </a:pPr>
            <a:r>
              <a:rPr sz="1950" b="0">
                <a:solidFill>
                  <a:srgbClr val="193348"/>
                </a:solidFill>
                <a:latin typeface="DejaVu Sans"/>
                <a:ea typeface="DejaVu Sans"/>
                <a:cs typeface="DejaVu Sans"/>
              </a:rPr>
              <a:t>ConversationBufferWindowMemory</a:t>
            </a:r>
          </a:p>
          <a:p xmlns:a="http://schemas.openxmlformats.org/drawingml/2006/main">
            <a:pPr>
              <a:buNone/>
              <a:defRPr sz="1950" b="0">
                <a:solidFill>
                  <a:srgbClr val="193348"/>
                </a:solidFill>
                <a:latin typeface="DejaVu Sans"/>
                <a:ea typeface="DejaVu Sans"/>
                <a:cs typeface="DejaVu Sans"/>
              </a:defRPr>
            </a:pPr>
            <a:r>
              <a:rPr sz="1950" b="0">
                <a:solidFill>
                  <a:srgbClr val="193348"/>
                </a:solidFill>
                <a:latin typeface="DejaVu Sans"/>
                <a:ea typeface="DejaVu Sans"/>
                <a:cs typeface="DejaVu Sans"/>
              </a:rPr>
              <a:t>k = 5: diez mensajes en Neon</a:t>
            </a:r>
          </a:p>
          <a:p xmlns:a="http://schemas.openxmlformats.org/drawingml/2006/main">
            <a:pPr>
              <a:buNone/>
              <a:defRPr sz="1950" b="0">
                <a:solidFill>
                  <a:srgbClr val="193348"/>
                </a:solidFill>
                <a:latin typeface="DejaVu Sans"/>
                <a:ea typeface="DejaVu Sans"/>
                <a:cs typeface="DejaVu Sans"/>
              </a:defRPr>
            </a:pPr>
            <a:r>
              <a:rPr sz="1950" b="0">
                <a:solidFill>
                  <a:srgbClr val="193348"/>
                </a:solidFill>
                <a:latin typeface="DejaVu Sans"/>
                <a:ea typeface="DejaVu Sans"/>
                <a:cs typeface="DejaVu Sans"/>
              </a:rPr>
              <a:t>El resto del chat se elimina</a:t>
            </a:r>
          </a:p>
          <a:p xmlns:a="http://schemas.openxmlformats.org/drawingml/2006/main">
            <a:pPr>
              <a:buNone/>
              <a:defRPr sz="1950" b="0">
                <a:solidFill>
                  <a:srgbClr val="193348"/>
                </a:solidFill>
                <a:latin typeface="DejaVu Sans"/>
                <a:ea typeface="DejaVu Sans"/>
                <a:cs typeface="DejaVu Sans"/>
              </a:defRPr>
            </a:pPr>
            <a:r>
              <a:rPr sz="1950" b="0">
                <a:solidFill>
                  <a:srgbClr val="193348"/>
                </a:solidFill>
                <a:latin typeface="DejaVu Sans"/>
                <a:ea typeface="DejaVu Sans"/>
                <a:cs typeface="DejaVu Sans"/>
              </a:rPr>
              <a:t>Largo plazo: borradores guardados</a:t>
            </a:r>
          </a:p>
          <a:p xmlns:a="http://schemas.openxmlformats.org/drawingml/2006/main">
            <a:pPr>
              <a:buNone/>
              <a:defRPr sz="1950" b="0">
                <a:solidFill>
                  <a:srgbClr val="193348"/>
                </a:solidFill>
                <a:latin typeface="DejaVu Sans"/>
                <a:ea typeface="DejaVu Sans"/>
                <a:cs typeface="DejaVu Sans"/>
              </a:defRPr>
            </a:pPr>
            <a:r>
              <a:rPr sz="1950" b="0">
                <a:solidFill>
                  <a:srgbClr val="193348"/>
                </a:solidFill>
                <a:latin typeface="DejaVu Sans"/>
                <a:ea typeface="DejaVu Sans"/>
                <a:cs typeface="DejaVu Sans"/>
              </a:rPr>
              <a:t>Búsqueda semántica a petición</a:t>
            </a:r>
          </a:p>
        </p:txBody>
      </p:sp>
      <p:sp>
        <p:nvSpPr>
          <p:cNvPr id="6" name="text-5">
            <a:extLst xmlns:a="http://schemas.openxmlformats.org/drawingml/2006/main">
              <a:ext uri="{FF2B5EF4-FFF2-40B4-BE49-F238E27FC236}">
                <a16:creationId xmlns:a16="http://schemas.microsoft.com/office/drawing/2014/main" id="{871D6E9B-A868-49E8-9E48-742FF4549724}"/>
              </a:ext>
            </a:extLst>
          </p:cNvPr>
          <p:cNvSpPr>
            <a:spLocks xmlns:a="http://schemas.openxmlformats.org/drawingml/2006/main" noGrp="1"/>
          </p:cNvSpPr>
          <p:nvPr/>
        </p:nvSpPr>
        <p:spPr>
          <a:xfrm xmlns:a="http://schemas.openxmlformats.org/drawingml/2006/main">
            <a:off x="6572250" y="1619250"/>
            <a:ext cx="500062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325" b="1">
                <a:solidFill>
                  <a:srgbClr val="1E7B80"/>
                </a:solidFill>
                <a:latin typeface="DejaVu Sans"/>
                <a:ea typeface="DejaVu Sans"/>
                <a:cs typeface="DejaVu Sans"/>
              </a:defRPr>
            </a:defPPr>
            <a:lvl1pPr>
              <a:buNone/>
              <a:defRPr sz="2325" b="1">
                <a:solidFill>
                  <a:srgbClr val="1E7B80"/>
                </a:solidFill>
                <a:latin typeface="DejaVu Sans"/>
                <a:ea typeface="DejaVu Sans"/>
                <a:cs typeface="DejaVu Sans"/>
              </a:defRPr>
            </a:lvl1pPr>
            <a:lvl2pPr>
              <a:buNone/>
              <a:defRPr sz="2325" b="1">
                <a:solidFill>
                  <a:srgbClr val="1E7B80"/>
                </a:solidFill>
                <a:latin typeface="DejaVu Sans"/>
                <a:ea typeface="DejaVu Sans"/>
                <a:cs typeface="DejaVu Sans"/>
              </a:defRPr>
            </a:lvl2pPr>
            <a:lvl3pPr>
              <a:buNone/>
              <a:defRPr sz="2325" b="1">
                <a:solidFill>
                  <a:srgbClr val="1E7B80"/>
                </a:solidFill>
                <a:latin typeface="DejaVu Sans"/>
                <a:ea typeface="DejaVu Sans"/>
                <a:cs typeface="DejaVu Sans"/>
              </a:defRPr>
            </a:lvl3pPr>
            <a:lvl4pPr>
              <a:buNone/>
              <a:defRPr sz="2325" b="1">
                <a:solidFill>
                  <a:srgbClr val="1E7B80"/>
                </a:solidFill>
                <a:latin typeface="DejaVu Sans"/>
                <a:ea typeface="DejaVu Sans"/>
                <a:cs typeface="DejaVu Sans"/>
              </a:defRPr>
            </a:lvl4pPr>
            <a:lvl5pPr>
              <a:buNone/>
              <a:defRPr sz="2325" b="1">
                <a:solidFill>
                  <a:srgbClr val="1E7B80"/>
                </a:solidFill>
                <a:latin typeface="DejaVu Sans"/>
                <a:ea typeface="DejaVu Sans"/>
                <a:cs typeface="DejaVu Sans"/>
              </a:defRPr>
            </a:lvl5pPr>
            <a:lvl6pPr>
              <a:buNone/>
              <a:defRPr sz="2325" b="1">
                <a:solidFill>
                  <a:srgbClr val="1E7B80"/>
                </a:solidFill>
                <a:latin typeface="DejaVu Sans"/>
                <a:ea typeface="DejaVu Sans"/>
                <a:cs typeface="DejaVu Sans"/>
              </a:defRPr>
            </a:lvl6pPr>
            <a:lvl7pPr>
              <a:buNone/>
              <a:defRPr sz="2325" b="1">
                <a:solidFill>
                  <a:srgbClr val="1E7B80"/>
                </a:solidFill>
                <a:latin typeface="DejaVu Sans"/>
                <a:ea typeface="DejaVu Sans"/>
                <a:cs typeface="DejaVu Sans"/>
              </a:defRPr>
            </a:lvl7pPr>
            <a:lvl8pPr>
              <a:buNone/>
              <a:defRPr sz="2325" b="1">
                <a:solidFill>
                  <a:srgbClr val="1E7B80"/>
                </a:solidFill>
                <a:latin typeface="DejaVu Sans"/>
                <a:ea typeface="DejaVu Sans"/>
                <a:cs typeface="DejaVu Sans"/>
              </a:defRPr>
            </a:lvl8pPr>
            <a:lvl9pPr>
              <a:buNone/>
              <a:defRPr sz="2325" b="1">
                <a:solidFill>
                  <a:srgbClr val="1E7B80"/>
                </a:solidFill>
                <a:latin typeface="DejaVu Sans"/>
                <a:ea typeface="DejaVu Sans"/>
                <a:cs typeface="DejaVu Sans"/>
              </a:defRPr>
            </a:lvl9pPr>
          </a:lstStyle>
          <a:p xmlns:a="http://schemas.openxmlformats.org/drawingml/2006/main">
            <a:pPr>
              <a:buNone/>
              <a:defRPr sz="2325" b="1">
                <a:solidFill>
                  <a:srgbClr val="1E7B80"/>
                </a:solidFill>
                <a:latin typeface="DejaVu Sans"/>
                <a:ea typeface="DejaVu Sans"/>
                <a:cs typeface="DejaVu Sans"/>
              </a:defRPr>
            </a:pPr>
            <a:r>
              <a:rPr sz="2325" b="1">
                <a:solidFill>
                  <a:srgbClr val="1E7B80"/>
                </a:solidFill>
                <a:latin typeface="DejaVu Sans"/>
                <a:ea typeface="DejaVu Sans"/>
                <a:cs typeface="DejaVu Sans"/>
              </a:rPr>
              <a:t>Clave del grupo con 1 USD</a:t>
            </a:r>
          </a:p>
        </p:txBody>
      </p:sp>
      <p:sp>
        <p:nvSpPr>
          <p:cNvPr id="7" name="text-6">
            <a:extLst xmlns:a="http://schemas.openxmlformats.org/drawingml/2006/main">
              <a:ext uri="{FF2B5EF4-FFF2-40B4-BE49-F238E27FC236}">
                <a16:creationId xmlns:a16="http://schemas.microsoft.com/office/drawing/2014/main" id="{BA348ED6-A1CE-4FA0-A1FE-A75B60AA35B1}"/>
              </a:ext>
            </a:extLst>
          </p:cNvPr>
          <p:cNvSpPr>
            <a:spLocks xmlns:a="http://schemas.openxmlformats.org/drawingml/2006/main" noGrp="1"/>
          </p:cNvSpPr>
          <p:nvPr/>
        </p:nvSpPr>
        <p:spPr>
          <a:xfrm xmlns:a="http://schemas.openxmlformats.org/drawingml/2006/main">
            <a:off x="6572250" y="2381250"/>
            <a:ext cx="5000625"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175" b="0">
                <a:solidFill>
                  <a:srgbClr val="193348"/>
                </a:solidFill>
                <a:latin typeface="DejaVu Sans"/>
                <a:ea typeface="DejaVu Sans"/>
                <a:cs typeface="DejaVu Sans"/>
              </a:defRPr>
            </a:defPPr>
            <a:lvl1pPr>
              <a:buNone/>
              <a:defRPr sz="2175" b="0">
                <a:solidFill>
                  <a:srgbClr val="193348"/>
                </a:solidFill>
                <a:latin typeface="DejaVu Sans"/>
                <a:ea typeface="DejaVu Sans"/>
                <a:cs typeface="DejaVu Sans"/>
              </a:defRPr>
            </a:lvl1pPr>
            <a:lvl2pPr>
              <a:buNone/>
              <a:defRPr sz="2175" b="0">
                <a:solidFill>
                  <a:srgbClr val="193348"/>
                </a:solidFill>
                <a:latin typeface="DejaVu Sans"/>
                <a:ea typeface="DejaVu Sans"/>
                <a:cs typeface="DejaVu Sans"/>
              </a:defRPr>
            </a:lvl2pPr>
            <a:lvl3pPr>
              <a:buNone/>
              <a:defRPr sz="2175" b="0">
                <a:solidFill>
                  <a:srgbClr val="193348"/>
                </a:solidFill>
                <a:latin typeface="DejaVu Sans"/>
                <a:ea typeface="DejaVu Sans"/>
                <a:cs typeface="DejaVu Sans"/>
              </a:defRPr>
            </a:lvl3pPr>
            <a:lvl4pPr>
              <a:buNone/>
              <a:defRPr sz="2175" b="0">
                <a:solidFill>
                  <a:srgbClr val="193348"/>
                </a:solidFill>
                <a:latin typeface="DejaVu Sans"/>
                <a:ea typeface="DejaVu Sans"/>
                <a:cs typeface="DejaVu Sans"/>
              </a:defRPr>
            </a:lvl4pPr>
            <a:lvl5pPr>
              <a:buNone/>
              <a:defRPr sz="2175" b="0">
                <a:solidFill>
                  <a:srgbClr val="193348"/>
                </a:solidFill>
                <a:latin typeface="DejaVu Sans"/>
                <a:ea typeface="DejaVu Sans"/>
                <a:cs typeface="DejaVu Sans"/>
              </a:defRPr>
            </a:lvl5pPr>
            <a:lvl6pPr>
              <a:buNone/>
              <a:defRPr sz="2175" b="0">
                <a:solidFill>
                  <a:srgbClr val="193348"/>
                </a:solidFill>
                <a:latin typeface="DejaVu Sans"/>
                <a:ea typeface="DejaVu Sans"/>
                <a:cs typeface="DejaVu Sans"/>
              </a:defRPr>
            </a:lvl6pPr>
            <a:lvl7pPr>
              <a:buNone/>
              <a:defRPr sz="2175" b="0">
                <a:solidFill>
                  <a:srgbClr val="193348"/>
                </a:solidFill>
                <a:latin typeface="DejaVu Sans"/>
                <a:ea typeface="DejaVu Sans"/>
                <a:cs typeface="DejaVu Sans"/>
              </a:defRPr>
            </a:lvl7pPr>
            <a:lvl8pPr>
              <a:buNone/>
              <a:defRPr sz="2175" b="0">
                <a:solidFill>
                  <a:srgbClr val="193348"/>
                </a:solidFill>
                <a:latin typeface="DejaVu Sans"/>
                <a:ea typeface="DejaVu Sans"/>
                <a:cs typeface="DejaVu Sans"/>
              </a:defRPr>
            </a:lvl8pPr>
            <a:lvl9pPr>
              <a:buNone/>
              <a:defRPr sz="2175" b="0">
                <a:solidFill>
                  <a:srgbClr val="193348"/>
                </a:solidFill>
                <a:latin typeface="DejaVu Sans"/>
                <a:ea typeface="DejaVu Sans"/>
                <a:cs typeface="DejaVu Sans"/>
              </a:defRPr>
            </a:lvl9pPr>
          </a:lstStyle>
          <a:p xmlns:a="http://schemas.openxmlformats.org/drawingml/2006/main">
            <a:pPr>
              <a:buNone/>
              <a:defRPr sz="2175" b="0">
                <a:solidFill>
                  <a:srgbClr val="193348"/>
                </a:solidFill>
                <a:latin typeface="DejaVu Sans"/>
                <a:ea typeface="DejaVu Sans"/>
                <a:cs typeface="DejaVu Sans"/>
              </a:defRPr>
            </a:pPr>
            <a:r>
              <a:rPr sz="2175" b="0">
                <a:solidFill>
                  <a:srgbClr val="193348"/>
                </a:solidFill>
                <a:latin typeface="DejaVu Sans"/>
                <a:ea typeface="DejaVu Sans"/>
                <a:cs typeface="DejaVu Sans"/>
              </a:rPr>
              <a:t>Modelo openai/gpt-6-luna</a:t>
            </a:r>
          </a:p>
          <a:p xmlns:a="http://schemas.openxmlformats.org/drawingml/2006/main">
            <a:pPr>
              <a:buNone/>
              <a:defRPr sz="2175" b="0">
                <a:solidFill>
                  <a:srgbClr val="193348"/>
                </a:solidFill>
                <a:latin typeface="DejaVu Sans"/>
                <a:ea typeface="DejaVu Sans"/>
                <a:cs typeface="DejaVu Sans"/>
              </a:defRPr>
            </a:pPr>
            <a:r>
              <a:rPr sz="2175" b="0">
                <a:solidFill>
                  <a:srgbClr val="193348"/>
                </a:solidFill>
                <a:latin typeface="DejaVu Sans"/>
                <a:ea typeface="DejaVu Sans"/>
                <a:cs typeface="DejaVu Sans"/>
              </a:rPr>
              <a:t>Razonamiento low</a:t>
            </a:r>
          </a:p>
          <a:p xmlns:a="http://schemas.openxmlformats.org/drawingml/2006/main">
            <a:pPr>
              <a:buNone/>
              <a:defRPr sz="2175" b="0">
                <a:solidFill>
                  <a:srgbClr val="193348"/>
                </a:solidFill>
                <a:latin typeface="DejaVu Sans"/>
                <a:ea typeface="DejaVu Sans"/>
                <a:cs typeface="DejaVu Sans"/>
              </a:defRPr>
            </a:pPr>
            <a:r>
              <a:rPr sz="2175" b="0">
                <a:solidFill>
                  <a:srgbClr val="193348"/>
                </a:solidFill>
                <a:latin typeface="DejaVu Sans"/>
                <a:ea typeface="DejaVu Sans"/>
                <a:cs typeface="DejaVu Sans"/>
              </a:rPr>
              <a:t>Máximo cuatro llamadas de chat</a:t>
            </a:r>
          </a:p>
          <a:p xmlns:a="http://schemas.openxmlformats.org/drawingml/2006/main">
            <a:pPr>
              <a:buNone/>
              <a:defRPr sz="2175" b="0">
                <a:solidFill>
                  <a:srgbClr val="193348"/>
                </a:solidFill>
                <a:latin typeface="DejaVu Sans"/>
                <a:ea typeface="DejaVu Sans"/>
                <a:cs typeface="DejaVu Sans"/>
              </a:defRPr>
            </a:pPr>
            <a:r>
              <a:rPr sz="2175" b="0">
                <a:solidFill>
                  <a:srgbClr val="193348"/>
                </a:solidFill>
                <a:latin typeface="DejaVu Sans"/>
                <a:ea typeface="DejaVu Sans"/>
                <a:cs typeface="DejaVu Sans"/>
              </a:rPr>
              <a:t>Tope compartido de USD 0,75</a:t>
            </a:r>
          </a:p>
        </p:txBody>
      </p:sp>
      <p:sp>
        <p:nvSpPr>
          <p:cNvPr id="8" name="text-7">
            <a:extLst xmlns:a="http://schemas.openxmlformats.org/drawingml/2006/main">
              <a:ext uri="{FF2B5EF4-FFF2-40B4-BE49-F238E27FC236}">
                <a16:creationId xmlns:a16="http://schemas.microsoft.com/office/drawing/2014/main" id="{24FE2863-772A-459B-9E7F-4956917E486A}"/>
              </a:ext>
            </a:extLst>
          </p:cNvPr>
          <p:cNvSpPr>
            <a:spLocks xmlns:a="http://schemas.openxmlformats.org/drawingml/2006/main" noGrp="1"/>
          </p:cNvSpPr>
          <p:nvPr/>
        </p:nvSpPr>
        <p:spPr>
          <a:xfrm xmlns:a="http://schemas.openxmlformats.org/drawingml/2006/main">
            <a:off x="619125" y="5448300"/>
            <a:ext cx="10953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175" b="0">
                <a:solidFill>
                  <a:srgbClr val="193348"/>
                </a:solidFill>
                <a:latin typeface="DejaVu Sans"/>
                <a:ea typeface="DejaVu Sans"/>
                <a:cs typeface="DejaVu Sans"/>
              </a:defRPr>
            </a:defPPr>
            <a:lvl1pPr>
              <a:buNone/>
              <a:defRPr sz="2175" b="0">
                <a:solidFill>
                  <a:srgbClr val="193348"/>
                </a:solidFill>
                <a:latin typeface="DejaVu Sans"/>
                <a:ea typeface="DejaVu Sans"/>
                <a:cs typeface="DejaVu Sans"/>
              </a:defRPr>
            </a:lvl1pPr>
            <a:lvl2pPr>
              <a:buNone/>
              <a:defRPr sz="2175" b="0">
                <a:solidFill>
                  <a:srgbClr val="193348"/>
                </a:solidFill>
                <a:latin typeface="DejaVu Sans"/>
                <a:ea typeface="DejaVu Sans"/>
                <a:cs typeface="DejaVu Sans"/>
              </a:defRPr>
            </a:lvl2pPr>
            <a:lvl3pPr>
              <a:buNone/>
              <a:defRPr sz="2175" b="0">
                <a:solidFill>
                  <a:srgbClr val="193348"/>
                </a:solidFill>
                <a:latin typeface="DejaVu Sans"/>
                <a:ea typeface="DejaVu Sans"/>
                <a:cs typeface="DejaVu Sans"/>
              </a:defRPr>
            </a:lvl3pPr>
            <a:lvl4pPr>
              <a:buNone/>
              <a:defRPr sz="2175" b="0">
                <a:solidFill>
                  <a:srgbClr val="193348"/>
                </a:solidFill>
                <a:latin typeface="DejaVu Sans"/>
                <a:ea typeface="DejaVu Sans"/>
                <a:cs typeface="DejaVu Sans"/>
              </a:defRPr>
            </a:lvl4pPr>
            <a:lvl5pPr>
              <a:buNone/>
              <a:defRPr sz="2175" b="0">
                <a:solidFill>
                  <a:srgbClr val="193348"/>
                </a:solidFill>
                <a:latin typeface="DejaVu Sans"/>
                <a:ea typeface="DejaVu Sans"/>
                <a:cs typeface="DejaVu Sans"/>
              </a:defRPr>
            </a:lvl5pPr>
            <a:lvl6pPr>
              <a:buNone/>
              <a:defRPr sz="2175" b="0">
                <a:solidFill>
                  <a:srgbClr val="193348"/>
                </a:solidFill>
                <a:latin typeface="DejaVu Sans"/>
                <a:ea typeface="DejaVu Sans"/>
                <a:cs typeface="DejaVu Sans"/>
              </a:defRPr>
            </a:lvl6pPr>
            <a:lvl7pPr>
              <a:buNone/>
              <a:defRPr sz="2175" b="0">
                <a:solidFill>
                  <a:srgbClr val="193348"/>
                </a:solidFill>
                <a:latin typeface="DejaVu Sans"/>
                <a:ea typeface="DejaVu Sans"/>
                <a:cs typeface="DejaVu Sans"/>
              </a:defRPr>
            </a:lvl7pPr>
            <a:lvl8pPr>
              <a:buNone/>
              <a:defRPr sz="2175" b="0">
                <a:solidFill>
                  <a:srgbClr val="193348"/>
                </a:solidFill>
                <a:latin typeface="DejaVu Sans"/>
                <a:ea typeface="DejaVu Sans"/>
                <a:cs typeface="DejaVu Sans"/>
              </a:defRPr>
            </a:lvl8pPr>
            <a:lvl9pPr>
              <a:buNone/>
              <a:defRPr sz="2175" b="0">
                <a:solidFill>
                  <a:srgbClr val="193348"/>
                </a:solidFill>
                <a:latin typeface="DejaVu Sans"/>
                <a:ea typeface="DejaVu Sans"/>
                <a:cs typeface="DejaVu Sans"/>
              </a:defRPr>
            </a:lvl9pPr>
          </a:lstStyle>
          <a:p xmlns:a="http://schemas.openxmlformats.org/drawingml/2006/main">
            <a:pPr>
              <a:buNone/>
              <a:defRPr sz="2175" b="0">
                <a:solidFill>
                  <a:srgbClr val="193348"/>
                </a:solidFill>
                <a:latin typeface="DejaVu Sans"/>
                <a:ea typeface="DejaVu Sans"/>
                <a:cs typeface="DejaVu Sans"/>
              </a:defRPr>
            </a:pPr>
            <a:r>
              <a:rPr sz="2175" b="0">
                <a:solidFill>
                  <a:srgbClr val="193348"/>
                </a:solidFill>
                <a:latin typeface="DejaVu Sans"/>
                <a:ea typeface="DejaVu Sans"/>
                <a:cs typeface="DejaVu Sans"/>
              </a:rPr>
              <a:t>Chat y embeddings usan OpenRouter y comparten el presupuesto</a:t>
            </a:r>
          </a:p>
        </p:txBody>
      </p:sp>
    </p:spTree>
    <p:extLst>
      <p:ext uri="{BB962C8B-B14F-4D97-AF65-F5344CB8AC3E}">
        <p14:creationId xmlns:p14="http://schemas.microsoft.com/office/powerpoint/2010/main" val="1338169611"/>
      </p:ext>
    </p:extLst>
  </p:cSld>
</p:sld>
</file>

<file path=ppt/slides/slide4.xml><?xml version="1.0" encoding="utf-8"?>
<p:sld xmlns:p="http://schemas.openxmlformats.org/presentationml/2006/main">
  <p:cSld>
    <p:bg>
      <p:bgPr>
        <a:solidFill xmlns:a="http://schemas.openxmlformats.org/drawingml/2006/main">
          <a:srgbClr val="FAFBFC"/>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454A949A-90E9-49A8-84FF-BF9016EA3A6A}"/>
              </a:ext>
            </a:extLst>
          </p:cNvPr>
          <p:cNvSpPr>
            <a:spLocks xmlns:a="http://schemas.openxmlformats.org/drawingml/2006/main" noGrp="1"/>
          </p:cNvSpPr>
          <p:nvPr/>
        </p:nvSpPr>
        <p:spPr>
          <a:xfrm xmlns:a="http://schemas.openxmlformats.org/drawingml/2006/main">
            <a:off x="619125" y="419100"/>
            <a:ext cx="1095375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3300" b="1">
                <a:solidFill>
                  <a:srgbClr val="193348"/>
                </a:solidFill>
                <a:latin typeface="DejaVu Sans"/>
                <a:ea typeface="DejaVu Sans"/>
                <a:cs typeface="DejaVu Sans"/>
              </a:defRPr>
            </a:defPPr>
            <a:lvl1pPr>
              <a:buNone/>
              <a:defRPr sz="3300" b="1">
                <a:solidFill>
                  <a:srgbClr val="193348"/>
                </a:solidFill>
                <a:latin typeface="DejaVu Sans"/>
                <a:ea typeface="DejaVu Sans"/>
                <a:cs typeface="DejaVu Sans"/>
              </a:defRPr>
            </a:lvl1pPr>
            <a:lvl2pPr>
              <a:buNone/>
              <a:defRPr sz="3300" b="1">
                <a:solidFill>
                  <a:srgbClr val="193348"/>
                </a:solidFill>
                <a:latin typeface="DejaVu Sans"/>
                <a:ea typeface="DejaVu Sans"/>
                <a:cs typeface="DejaVu Sans"/>
              </a:defRPr>
            </a:lvl2pPr>
            <a:lvl3pPr>
              <a:buNone/>
              <a:defRPr sz="3300" b="1">
                <a:solidFill>
                  <a:srgbClr val="193348"/>
                </a:solidFill>
                <a:latin typeface="DejaVu Sans"/>
                <a:ea typeface="DejaVu Sans"/>
                <a:cs typeface="DejaVu Sans"/>
              </a:defRPr>
            </a:lvl3pPr>
            <a:lvl4pPr>
              <a:buNone/>
              <a:defRPr sz="3300" b="1">
                <a:solidFill>
                  <a:srgbClr val="193348"/>
                </a:solidFill>
                <a:latin typeface="DejaVu Sans"/>
                <a:ea typeface="DejaVu Sans"/>
                <a:cs typeface="DejaVu Sans"/>
              </a:defRPr>
            </a:lvl4pPr>
            <a:lvl5pPr>
              <a:buNone/>
              <a:defRPr sz="3300" b="1">
                <a:solidFill>
                  <a:srgbClr val="193348"/>
                </a:solidFill>
                <a:latin typeface="DejaVu Sans"/>
                <a:ea typeface="DejaVu Sans"/>
                <a:cs typeface="DejaVu Sans"/>
              </a:defRPr>
            </a:lvl5pPr>
            <a:lvl6pPr>
              <a:buNone/>
              <a:defRPr sz="3300" b="1">
                <a:solidFill>
                  <a:srgbClr val="193348"/>
                </a:solidFill>
                <a:latin typeface="DejaVu Sans"/>
                <a:ea typeface="DejaVu Sans"/>
                <a:cs typeface="DejaVu Sans"/>
              </a:defRPr>
            </a:lvl6pPr>
            <a:lvl7pPr>
              <a:buNone/>
              <a:defRPr sz="3300" b="1">
                <a:solidFill>
                  <a:srgbClr val="193348"/>
                </a:solidFill>
                <a:latin typeface="DejaVu Sans"/>
                <a:ea typeface="DejaVu Sans"/>
                <a:cs typeface="DejaVu Sans"/>
              </a:defRPr>
            </a:lvl7pPr>
            <a:lvl8pPr>
              <a:buNone/>
              <a:defRPr sz="3300" b="1">
                <a:solidFill>
                  <a:srgbClr val="193348"/>
                </a:solidFill>
                <a:latin typeface="DejaVu Sans"/>
                <a:ea typeface="DejaVu Sans"/>
                <a:cs typeface="DejaVu Sans"/>
              </a:defRPr>
            </a:lvl8pPr>
            <a:lvl9pPr>
              <a:buNone/>
              <a:defRPr sz="3300" b="1">
                <a:solidFill>
                  <a:srgbClr val="193348"/>
                </a:solidFill>
                <a:latin typeface="DejaVu Sans"/>
                <a:ea typeface="DejaVu Sans"/>
                <a:cs typeface="DejaVu Sans"/>
              </a:defRPr>
            </a:lvl9pPr>
          </a:lstStyle>
          <a:p xmlns:a="http://schemas.openxmlformats.org/drawingml/2006/main">
            <a:pPr>
              <a:buNone/>
              <a:defRPr sz="3300" b="1">
                <a:solidFill>
                  <a:srgbClr val="193348"/>
                </a:solidFill>
                <a:latin typeface="DejaVu Sans"/>
                <a:ea typeface="DejaVu Sans"/>
                <a:cs typeface="DejaVu Sans"/>
              </a:defRPr>
            </a:pPr>
            <a:r>
              <a:rPr sz="3300" b="1">
                <a:solidFill>
                  <a:srgbClr val="193348"/>
                </a:solidFill>
                <a:latin typeface="DejaVu Sans"/>
                <a:ea typeface="DejaVu Sans"/>
                <a:cs typeface="DejaVu Sans"/>
              </a:rPr>
              <a:t>Demo de consulta y borrador</a:t>
            </a:r>
          </a:p>
        </p:txBody>
      </p:sp>
      <p:sp>
        <p:nvSpPr>
          <p:cNvPr id="2" name="text-1">
            <a:extLst xmlns:a="http://schemas.openxmlformats.org/drawingml/2006/main">
              <a:ext uri="{FF2B5EF4-FFF2-40B4-BE49-F238E27FC236}">
                <a16:creationId xmlns:a16="http://schemas.microsoft.com/office/drawing/2014/main" id="{A7F57EAC-89D5-434D-A8AE-FE7B9A68BBE8}"/>
              </a:ext>
            </a:extLst>
          </p:cNvPr>
          <p:cNvSpPr>
            <a:spLocks xmlns:a="http://schemas.openxmlformats.org/drawingml/2006/main" noGrp="1"/>
          </p:cNvSpPr>
          <p:nvPr/>
        </p:nvSpPr>
        <p:spPr>
          <a:xfrm xmlns:a="http://schemas.openxmlformats.org/drawingml/2006/main">
            <a:off x="619125" y="6419850"/>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275" b="0">
                <a:solidFill>
                  <a:srgbClr val="4C6273"/>
                </a:solidFill>
                <a:latin typeface="DejaVu Sans"/>
                <a:ea typeface="DejaVu Sans"/>
                <a:cs typeface="DejaVu Sans"/>
              </a:defRPr>
            </a:defPPr>
            <a:lvl1pPr>
              <a:buNone/>
              <a:defRPr sz="1275" b="0">
                <a:solidFill>
                  <a:srgbClr val="4C6273"/>
                </a:solidFill>
                <a:latin typeface="DejaVu Sans"/>
                <a:ea typeface="DejaVu Sans"/>
                <a:cs typeface="DejaVu Sans"/>
              </a:defRPr>
            </a:lvl1pPr>
            <a:lvl2pPr>
              <a:buNone/>
              <a:defRPr sz="1275" b="0">
                <a:solidFill>
                  <a:srgbClr val="4C6273"/>
                </a:solidFill>
                <a:latin typeface="DejaVu Sans"/>
                <a:ea typeface="DejaVu Sans"/>
                <a:cs typeface="DejaVu Sans"/>
              </a:defRPr>
            </a:lvl2pPr>
            <a:lvl3pPr>
              <a:buNone/>
              <a:defRPr sz="1275" b="0">
                <a:solidFill>
                  <a:srgbClr val="4C6273"/>
                </a:solidFill>
                <a:latin typeface="DejaVu Sans"/>
                <a:ea typeface="DejaVu Sans"/>
                <a:cs typeface="DejaVu Sans"/>
              </a:defRPr>
            </a:lvl3pPr>
            <a:lvl4pPr>
              <a:buNone/>
              <a:defRPr sz="1275" b="0">
                <a:solidFill>
                  <a:srgbClr val="4C6273"/>
                </a:solidFill>
                <a:latin typeface="DejaVu Sans"/>
                <a:ea typeface="DejaVu Sans"/>
                <a:cs typeface="DejaVu Sans"/>
              </a:defRPr>
            </a:lvl4pPr>
            <a:lvl5pPr>
              <a:buNone/>
              <a:defRPr sz="1275" b="0">
                <a:solidFill>
                  <a:srgbClr val="4C6273"/>
                </a:solidFill>
                <a:latin typeface="DejaVu Sans"/>
                <a:ea typeface="DejaVu Sans"/>
                <a:cs typeface="DejaVu Sans"/>
              </a:defRPr>
            </a:lvl5pPr>
            <a:lvl6pPr>
              <a:buNone/>
              <a:defRPr sz="1275" b="0">
                <a:solidFill>
                  <a:srgbClr val="4C6273"/>
                </a:solidFill>
                <a:latin typeface="DejaVu Sans"/>
                <a:ea typeface="DejaVu Sans"/>
                <a:cs typeface="DejaVu Sans"/>
              </a:defRPr>
            </a:lvl6pPr>
            <a:lvl7pPr>
              <a:buNone/>
              <a:defRPr sz="1275" b="0">
                <a:solidFill>
                  <a:srgbClr val="4C6273"/>
                </a:solidFill>
                <a:latin typeface="DejaVu Sans"/>
                <a:ea typeface="DejaVu Sans"/>
                <a:cs typeface="DejaVu Sans"/>
              </a:defRPr>
            </a:lvl7pPr>
            <a:lvl8pPr>
              <a:buNone/>
              <a:defRPr sz="1275" b="0">
                <a:solidFill>
                  <a:srgbClr val="4C6273"/>
                </a:solidFill>
                <a:latin typeface="DejaVu Sans"/>
                <a:ea typeface="DejaVu Sans"/>
                <a:cs typeface="DejaVu Sans"/>
              </a:defRPr>
            </a:lvl8pPr>
            <a:lvl9pPr>
              <a:buNone/>
              <a:defRPr sz="1275" b="0">
                <a:solidFill>
                  <a:srgbClr val="4C6273"/>
                </a:solidFill>
                <a:latin typeface="DejaVu Sans"/>
                <a:ea typeface="DejaVu Sans"/>
                <a:cs typeface="DejaVu Sans"/>
              </a:defRPr>
            </a:lvl9pPr>
          </a:lstStyle>
          <a:p xmlns:a="http://schemas.openxmlformats.org/drawingml/2006/main">
            <a:pPr>
              <a:buNone/>
              <a:defRPr sz="1275" b="0">
                <a:solidFill>
                  <a:srgbClr val="4C6273"/>
                </a:solidFill>
                <a:latin typeface="DejaVu Sans"/>
                <a:ea typeface="DejaVu Sans"/>
                <a:cs typeface="DejaVu Sans"/>
              </a:defRPr>
            </a:pPr>
            <a:r>
              <a:rPr sz="1275" b="0">
                <a:solidFill>
                  <a:srgbClr val="4C6273"/>
                </a:solidFill>
                <a:latin typeface="DejaVu Sans"/>
                <a:ea typeface="DejaVu Sans"/>
                <a:cs typeface="DejaVu Sans"/>
              </a:rPr>
              <a:t>AsistenteReg EP2</a:t>
            </a:r>
          </a:p>
        </p:txBody>
      </p:sp>
      <p:sp>
        <p:nvSpPr>
          <p:cNvPr id="3" name="text-2">
            <a:extLst xmlns:a="http://schemas.openxmlformats.org/drawingml/2006/main">
              <a:ext uri="{FF2B5EF4-FFF2-40B4-BE49-F238E27FC236}">
                <a16:creationId xmlns:a16="http://schemas.microsoft.com/office/drawing/2014/main" id="{392F643F-7ABB-4641-9272-E496C4BB98DF}"/>
              </a:ext>
            </a:extLst>
          </p:cNvPr>
          <p:cNvSpPr>
            <a:spLocks xmlns:a="http://schemas.openxmlformats.org/drawingml/2006/main" noGrp="1"/>
          </p:cNvSpPr>
          <p:nvPr/>
        </p:nvSpPr>
        <p:spPr>
          <a:xfrm xmlns:a="http://schemas.openxmlformats.org/drawingml/2006/main">
            <a:off x="11144250" y="641985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275" b="0">
                <a:solidFill>
                  <a:srgbClr val="4C6273"/>
                </a:solidFill>
                <a:latin typeface="DejaVu Sans"/>
                <a:ea typeface="DejaVu Sans"/>
                <a:cs typeface="DejaVu Sans"/>
              </a:defRPr>
            </a:defPPr>
            <a:lvl1pPr>
              <a:buNone/>
              <a:defRPr sz="1275" b="0">
                <a:solidFill>
                  <a:srgbClr val="4C6273"/>
                </a:solidFill>
                <a:latin typeface="DejaVu Sans"/>
                <a:ea typeface="DejaVu Sans"/>
                <a:cs typeface="DejaVu Sans"/>
              </a:defRPr>
            </a:lvl1pPr>
            <a:lvl2pPr>
              <a:buNone/>
              <a:defRPr sz="1275" b="0">
                <a:solidFill>
                  <a:srgbClr val="4C6273"/>
                </a:solidFill>
                <a:latin typeface="DejaVu Sans"/>
                <a:ea typeface="DejaVu Sans"/>
                <a:cs typeface="DejaVu Sans"/>
              </a:defRPr>
            </a:lvl2pPr>
            <a:lvl3pPr>
              <a:buNone/>
              <a:defRPr sz="1275" b="0">
                <a:solidFill>
                  <a:srgbClr val="4C6273"/>
                </a:solidFill>
                <a:latin typeface="DejaVu Sans"/>
                <a:ea typeface="DejaVu Sans"/>
                <a:cs typeface="DejaVu Sans"/>
              </a:defRPr>
            </a:lvl3pPr>
            <a:lvl4pPr>
              <a:buNone/>
              <a:defRPr sz="1275" b="0">
                <a:solidFill>
                  <a:srgbClr val="4C6273"/>
                </a:solidFill>
                <a:latin typeface="DejaVu Sans"/>
                <a:ea typeface="DejaVu Sans"/>
                <a:cs typeface="DejaVu Sans"/>
              </a:defRPr>
            </a:lvl4pPr>
            <a:lvl5pPr>
              <a:buNone/>
              <a:defRPr sz="1275" b="0">
                <a:solidFill>
                  <a:srgbClr val="4C6273"/>
                </a:solidFill>
                <a:latin typeface="DejaVu Sans"/>
                <a:ea typeface="DejaVu Sans"/>
                <a:cs typeface="DejaVu Sans"/>
              </a:defRPr>
            </a:lvl5pPr>
            <a:lvl6pPr>
              <a:buNone/>
              <a:defRPr sz="1275" b="0">
                <a:solidFill>
                  <a:srgbClr val="4C6273"/>
                </a:solidFill>
                <a:latin typeface="DejaVu Sans"/>
                <a:ea typeface="DejaVu Sans"/>
                <a:cs typeface="DejaVu Sans"/>
              </a:defRPr>
            </a:lvl6pPr>
            <a:lvl7pPr>
              <a:buNone/>
              <a:defRPr sz="1275" b="0">
                <a:solidFill>
                  <a:srgbClr val="4C6273"/>
                </a:solidFill>
                <a:latin typeface="DejaVu Sans"/>
                <a:ea typeface="DejaVu Sans"/>
                <a:cs typeface="DejaVu Sans"/>
              </a:defRPr>
            </a:lvl7pPr>
            <a:lvl8pPr>
              <a:buNone/>
              <a:defRPr sz="1275" b="0">
                <a:solidFill>
                  <a:srgbClr val="4C6273"/>
                </a:solidFill>
                <a:latin typeface="DejaVu Sans"/>
                <a:ea typeface="DejaVu Sans"/>
                <a:cs typeface="DejaVu Sans"/>
              </a:defRPr>
            </a:lvl8pPr>
            <a:lvl9pPr>
              <a:buNone/>
              <a:defRPr sz="1275" b="0">
                <a:solidFill>
                  <a:srgbClr val="4C6273"/>
                </a:solidFill>
                <a:latin typeface="DejaVu Sans"/>
                <a:ea typeface="DejaVu Sans"/>
                <a:cs typeface="DejaVu Sans"/>
              </a:defRPr>
            </a:lvl9pPr>
          </a:lstStyle>
          <a:p xmlns:a="http://schemas.openxmlformats.org/drawingml/2006/main">
            <a:pPr>
              <a:buNone/>
              <a:defRPr sz="1275" b="0">
                <a:solidFill>
                  <a:srgbClr val="4C6273"/>
                </a:solidFill>
                <a:latin typeface="DejaVu Sans"/>
                <a:ea typeface="DejaVu Sans"/>
                <a:cs typeface="DejaVu Sans"/>
              </a:defRPr>
            </a:pPr>
            <a:r>
              <a:rPr sz="1275" b="0">
                <a:solidFill>
                  <a:srgbClr val="4C6273"/>
                </a:solidFill>
                <a:latin typeface="DejaVu Sans"/>
                <a:ea typeface="DejaVu Sans"/>
                <a:cs typeface="DejaVu Sans"/>
              </a:rPr>
              <a:t>4</a:t>
            </a:r>
          </a:p>
        </p:txBody>
      </p:sp>
      <p:sp>
        <p:nvSpPr>
          <p:cNvPr id="4" name="text-3">
            <a:extLst xmlns:a="http://schemas.openxmlformats.org/drawingml/2006/main">
              <a:ext uri="{FF2B5EF4-FFF2-40B4-BE49-F238E27FC236}">
                <a16:creationId xmlns:a16="http://schemas.microsoft.com/office/drawing/2014/main" id="{384A1903-4B64-4EFA-8424-8B548D18D3F6}"/>
              </a:ext>
            </a:extLst>
          </p:cNvPr>
          <p:cNvSpPr>
            <a:spLocks xmlns:a="http://schemas.openxmlformats.org/drawingml/2006/main" noGrp="1"/>
          </p:cNvSpPr>
          <p:nvPr/>
        </p:nvSpPr>
        <p:spPr>
          <a:xfrm xmlns:a="http://schemas.openxmlformats.org/drawingml/2006/main">
            <a:off x="619125" y="1571625"/>
            <a:ext cx="10858500"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475" b="1">
                <a:solidFill>
                  <a:srgbClr val="1E7B80"/>
                </a:solidFill>
                <a:latin typeface="DejaVu Sans"/>
                <a:ea typeface="DejaVu Sans"/>
                <a:cs typeface="DejaVu Sans"/>
              </a:defRPr>
            </a:defPPr>
            <a:lvl1pPr>
              <a:buNone/>
              <a:defRPr sz="2475" b="1">
                <a:solidFill>
                  <a:srgbClr val="1E7B80"/>
                </a:solidFill>
                <a:latin typeface="DejaVu Sans"/>
                <a:ea typeface="DejaVu Sans"/>
                <a:cs typeface="DejaVu Sans"/>
              </a:defRPr>
            </a:lvl1pPr>
            <a:lvl2pPr>
              <a:buNone/>
              <a:defRPr sz="2475" b="1">
                <a:solidFill>
                  <a:srgbClr val="1E7B80"/>
                </a:solidFill>
                <a:latin typeface="DejaVu Sans"/>
                <a:ea typeface="DejaVu Sans"/>
                <a:cs typeface="DejaVu Sans"/>
              </a:defRPr>
            </a:lvl2pPr>
            <a:lvl3pPr>
              <a:buNone/>
              <a:defRPr sz="2475" b="1">
                <a:solidFill>
                  <a:srgbClr val="1E7B80"/>
                </a:solidFill>
                <a:latin typeface="DejaVu Sans"/>
                <a:ea typeface="DejaVu Sans"/>
                <a:cs typeface="DejaVu Sans"/>
              </a:defRPr>
            </a:lvl3pPr>
            <a:lvl4pPr>
              <a:buNone/>
              <a:defRPr sz="2475" b="1">
                <a:solidFill>
                  <a:srgbClr val="1E7B80"/>
                </a:solidFill>
                <a:latin typeface="DejaVu Sans"/>
                <a:ea typeface="DejaVu Sans"/>
                <a:cs typeface="DejaVu Sans"/>
              </a:defRPr>
            </a:lvl4pPr>
            <a:lvl5pPr>
              <a:buNone/>
              <a:defRPr sz="2475" b="1">
                <a:solidFill>
                  <a:srgbClr val="1E7B80"/>
                </a:solidFill>
                <a:latin typeface="DejaVu Sans"/>
                <a:ea typeface="DejaVu Sans"/>
                <a:cs typeface="DejaVu Sans"/>
              </a:defRPr>
            </a:lvl5pPr>
            <a:lvl6pPr>
              <a:buNone/>
              <a:defRPr sz="2475" b="1">
                <a:solidFill>
                  <a:srgbClr val="1E7B80"/>
                </a:solidFill>
                <a:latin typeface="DejaVu Sans"/>
                <a:ea typeface="DejaVu Sans"/>
                <a:cs typeface="DejaVu Sans"/>
              </a:defRPr>
            </a:lvl6pPr>
            <a:lvl7pPr>
              <a:buNone/>
              <a:defRPr sz="2475" b="1">
                <a:solidFill>
                  <a:srgbClr val="1E7B80"/>
                </a:solidFill>
                <a:latin typeface="DejaVu Sans"/>
                <a:ea typeface="DejaVu Sans"/>
                <a:cs typeface="DejaVu Sans"/>
              </a:defRPr>
            </a:lvl7pPr>
            <a:lvl8pPr>
              <a:buNone/>
              <a:defRPr sz="2475" b="1">
                <a:solidFill>
                  <a:srgbClr val="1E7B80"/>
                </a:solidFill>
                <a:latin typeface="DejaVu Sans"/>
                <a:ea typeface="DejaVu Sans"/>
                <a:cs typeface="DejaVu Sans"/>
              </a:defRPr>
            </a:lvl8pPr>
            <a:lvl9pPr>
              <a:buNone/>
              <a:defRPr sz="2475" b="1">
                <a:solidFill>
                  <a:srgbClr val="1E7B80"/>
                </a:solidFill>
                <a:latin typeface="DejaVu Sans"/>
                <a:ea typeface="DejaVu Sans"/>
                <a:cs typeface="DejaVu Sans"/>
              </a:defRPr>
            </a:lvl9pPr>
          </a:lstStyle>
          <a:p xmlns:a="http://schemas.openxmlformats.org/drawingml/2006/main">
            <a:pPr>
              <a:buNone/>
              <a:defRPr sz="2475" b="1">
                <a:solidFill>
                  <a:srgbClr val="1E7B80"/>
                </a:solidFill>
                <a:latin typeface="DejaVu Sans"/>
                <a:ea typeface="DejaVu Sans"/>
                <a:cs typeface="DejaVu Sans"/>
              </a:defRPr>
            </a:pPr>
            <a:r>
              <a:rPr sz="2475" b="1">
                <a:solidFill>
                  <a:srgbClr val="1E7B80"/>
                </a:solidFill>
                <a:latin typeface="DejaVu Sans"/>
                <a:ea typeface="DejaVu Sans"/>
                <a:cs typeface="DejaVu Sans"/>
              </a:rPr>
              <a:t>¿Hasta cuándo puedo retirar una asignatura?</a:t>
            </a:r>
          </a:p>
          <a:p xmlns:a="http://schemas.openxmlformats.org/drawingml/2006/main">
            <a:pPr>
              <a:buNone/>
              <a:defRPr sz="2475" b="1">
                <a:solidFill>
                  <a:srgbClr val="1E7B80"/>
                </a:solidFill>
                <a:latin typeface="DejaVu Sans"/>
                <a:ea typeface="DejaVu Sans"/>
                <a:cs typeface="DejaVu Sans"/>
              </a:defRPr>
            </a:pPr>
            <a:r>
              <a:rPr sz="2475" b="1">
                <a:solidFill>
                  <a:srgbClr val="1E7B80"/>
                </a:solidFill>
                <a:latin typeface="DejaVu Sans"/>
                <a:ea typeface="DejaVu Sans"/>
                <a:cs typeface="DejaVu Sans"/>
              </a:rPr>
              <a:t>Prepara un borrador de consulta con los requisitos.</a:t>
            </a:r>
          </a:p>
        </p:txBody>
      </p:sp>
      <p:sp>
        <p:nvSpPr>
          <p:cNvPr id="5" name="text-4">
            <a:extLst xmlns:a="http://schemas.openxmlformats.org/drawingml/2006/main">
              <a:ext uri="{FF2B5EF4-FFF2-40B4-BE49-F238E27FC236}">
                <a16:creationId xmlns:a16="http://schemas.microsoft.com/office/drawing/2014/main" id="{B6B5CD57-A104-409D-8E7F-32FEA83E6083}"/>
              </a:ext>
            </a:extLst>
          </p:cNvPr>
          <p:cNvSpPr>
            <a:spLocks xmlns:a="http://schemas.openxmlformats.org/drawingml/2006/main" noGrp="1"/>
          </p:cNvSpPr>
          <p:nvPr/>
        </p:nvSpPr>
        <p:spPr>
          <a:xfrm xmlns:a="http://schemas.openxmlformats.org/drawingml/2006/main">
            <a:off x="619125" y="3476625"/>
            <a:ext cx="108585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175" b="0">
                <a:solidFill>
                  <a:srgbClr val="193348"/>
                </a:solidFill>
                <a:latin typeface="DejaVu Sans"/>
                <a:ea typeface="DejaVu Sans"/>
                <a:cs typeface="DejaVu Sans"/>
              </a:defRPr>
            </a:defPPr>
            <a:lvl1pPr>
              <a:buNone/>
              <a:defRPr sz="2175" b="0">
                <a:solidFill>
                  <a:srgbClr val="193348"/>
                </a:solidFill>
                <a:latin typeface="DejaVu Sans"/>
                <a:ea typeface="DejaVu Sans"/>
                <a:cs typeface="DejaVu Sans"/>
              </a:defRPr>
            </a:lvl1pPr>
            <a:lvl2pPr>
              <a:buNone/>
              <a:defRPr sz="2175" b="0">
                <a:solidFill>
                  <a:srgbClr val="193348"/>
                </a:solidFill>
                <a:latin typeface="DejaVu Sans"/>
                <a:ea typeface="DejaVu Sans"/>
                <a:cs typeface="DejaVu Sans"/>
              </a:defRPr>
            </a:lvl2pPr>
            <a:lvl3pPr>
              <a:buNone/>
              <a:defRPr sz="2175" b="0">
                <a:solidFill>
                  <a:srgbClr val="193348"/>
                </a:solidFill>
                <a:latin typeface="DejaVu Sans"/>
                <a:ea typeface="DejaVu Sans"/>
                <a:cs typeface="DejaVu Sans"/>
              </a:defRPr>
            </a:lvl3pPr>
            <a:lvl4pPr>
              <a:buNone/>
              <a:defRPr sz="2175" b="0">
                <a:solidFill>
                  <a:srgbClr val="193348"/>
                </a:solidFill>
                <a:latin typeface="DejaVu Sans"/>
                <a:ea typeface="DejaVu Sans"/>
                <a:cs typeface="DejaVu Sans"/>
              </a:defRPr>
            </a:lvl4pPr>
            <a:lvl5pPr>
              <a:buNone/>
              <a:defRPr sz="2175" b="0">
                <a:solidFill>
                  <a:srgbClr val="193348"/>
                </a:solidFill>
                <a:latin typeface="DejaVu Sans"/>
                <a:ea typeface="DejaVu Sans"/>
                <a:cs typeface="DejaVu Sans"/>
              </a:defRPr>
            </a:lvl5pPr>
            <a:lvl6pPr>
              <a:buNone/>
              <a:defRPr sz="2175" b="0">
                <a:solidFill>
                  <a:srgbClr val="193348"/>
                </a:solidFill>
                <a:latin typeface="DejaVu Sans"/>
                <a:ea typeface="DejaVu Sans"/>
                <a:cs typeface="DejaVu Sans"/>
              </a:defRPr>
            </a:lvl6pPr>
            <a:lvl7pPr>
              <a:buNone/>
              <a:defRPr sz="2175" b="0">
                <a:solidFill>
                  <a:srgbClr val="193348"/>
                </a:solidFill>
                <a:latin typeface="DejaVu Sans"/>
                <a:ea typeface="DejaVu Sans"/>
                <a:cs typeface="DejaVu Sans"/>
              </a:defRPr>
            </a:lvl7pPr>
            <a:lvl8pPr>
              <a:buNone/>
              <a:defRPr sz="2175" b="0">
                <a:solidFill>
                  <a:srgbClr val="193348"/>
                </a:solidFill>
                <a:latin typeface="DejaVu Sans"/>
                <a:ea typeface="DejaVu Sans"/>
                <a:cs typeface="DejaVu Sans"/>
              </a:defRPr>
            </a:lvl8pPr>
            <a:lvl9pPr>
              <a:buNone/>
              <a:defRPr sz="2175" b="0">
                <a:solidFill>
                  <a:srgbClr val="193348"/>
                </a:solidFill>
                <a:latin typeface="DejaVu Sans"/>
                <a:ea typeface="DejaVu Sans"/>
                <a:cs typeface="DejaVu Sans"/>
              </a:defRPr>
            </a:lvl9pPr>
          </a:lstStyle>
          <a:p xmlns:a="http://schemas.openxmlformats.org/drawingml/2006/main">
            <a:pPr>
              <a:buNone/>
              <a:defRPr sz="2175" b="0">
                <a:solidFill>
                  <a:srgbClr val="193348"/>
                </a:solidFill>
                <a:latin typeface="DejaVu Sans"/>
                <a:ea typeface="DejaVu Sans"/>
                <a:cs typeface="DejaVu Sans"/>
              </a:defRPr>
            </a:pPr>
            <a:r>
              <a:rPr sz="2175" b="0">
                <a:solidFill>
                  <a:srgbClr val="193348"/>
                </a:solidFill>
                <a:latin typeface="DejaVu Sans"/>
                <a:ea typeface="DejaVu Sans"/>
                <a:cs typeface="DejaVu Sans"/>
              </a:rPr>
              <a:t>1   Consultar norma y calendario</a:t>
            </a:r>
          </a:p>
          <a:p xmlns:a="http://schemas.openxmlformats.org/drawingml/2006/main">
            <a:pPr>
              <a:buNone/>
              <a:defRPr sz="2175" b="0">
                <a:solidFill>
                  <a:srgbClr val="193348"/>
                </a:solidFill>
                <a:latin typeface="DejaVu Sans"/>
                <a:ea typeface="DejaVu Sans"/>
                <a:cs typeface="DejaVu Sans"/>
              </a:defRPr>
            </a:pPr>
            <a:r>
              <a:rPr sz="2175" b="0">
                <a:solidFill>
                  <a:srgbClr val="193348"/>
                </a:solidFill>
                <a:latin typeface="DejaVu Sans"/>
                <a:ea typeface="DejaVu Sans"/>
                <a:cs typeface="DejaVu Sans"/>
              </a:rPr>
              <a:t>2   Verificar fecha y guardar el borrador</a:t>
            </a:r>
          </a:p>
          <a:p xmlns:a="http://schemas.openxmlformats.org/drawingml/2006/main">
            <a:pPr>
              <a:buNone/>
              <a:defRPr sz="2175" b="0">
                <a:solidFill>
                  <a:srgbClr val="193348"/>
                </a:solidFill>
                <a:latin typeface="DejaVu Sans"/>
                <a:ea typeface="DejaVu Sans"/>
                <a:cs typeface="DejaVu Sans"/>
              </a:defRPr>
            </a:pPr>
            <a:r>
              <a:rPr sz="2175" b="0">
                <a:solidFill>
                  <a:srgbClr val="193348"/>
                </a:solidFill>
                <a:latin typeface="DejaVu Sans"/>
                <a:ea typeface="DejaVu Sans"/>
                <a:cs typeface="DejaVu Sans"/>
              </a:rPr>
              <a:t>3   Mostrar cita, traza y registro en la base</a:t>
            </a:r>
          </a:p>
        </p:txBody>
      </p:sp>
      <p:sp>
        <p:nvSpPr>
          <p:cNvPr id="6" name="text-5">
            <a:extLst xmlns:a="http://schemas.openxmlformats.org/drawingml/2006/main">
              <a:ext uri="{FF2B5EF4-FFF2-40B4-BE49-F238E27FC236}">
                <a16:creationId xmlns:a16="http://schemas.microsoft.com/office/drawing/2014/main" id="{1D76F2B7-2D98-49D5-9B6B-2D2161CB4C5A}"/>
              </a:ext>
            </a:extLst>
          </p:cNvPr>
          <p:cNvSpPr>
            <a:spLocks xmlns:a="http://schemas.openxmlformats.org/drawingml/2006/main" noGrp="1"/>
          </p:cNvSpPr>
          <p:nvPr/>
        </p:nvSpPr>
        <p:spPr>
          <a:xfrm xmlns:a="http://schemas.openxmlformats.org/drawingml/2006/main">
            <a:off x="619125" y="5476875"/>
            <a:ext cx="10858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875" b="0">
                <a:solidFill>
                  <a:srgbClr val="4C6273"/>
                </a:solidFill>
                <a:latin typeface="DejaVu Sans"/>
                <a:ea typeface="DejaVu Sans"/>
                <a:cs typeface="DejaVu Sans"/>
              </a:defRPr>
            </a:defPPr>
            <a:lvl1pPr>
              <a:buNone/>
              <a:defRPr sz="1875" b="0">
                <a:solidFill>
                  <a:srgbClr val="4C6273"/>
                </a:solidFill>
                <a:latin typeface="DejaVu Sans"/>
                <a:ea typeface="DejaVu Sans"/>
                <a:cs typeface="DejaVu Sans"/>
              </a:defRPr>
            </a:lvl1pPr>
            <a:lvl2pPr>
              <a:buNone/>
              <a:defRPr sz="1875" b="0">
                <a:solidFill>
                  <a:srgbClr val="4C6273"/>
                </a:solidFill>
                <a:latin typeface="DejaVu Sans"/>
                <a:ea typeface="DejaVu Sans"/>
                <a:cs typeface="DejaVu Sans"/>
              </a:defRPr>
            </a:lvl2pPr>
            <a:lvl3pPr>
              <a:buNone/>
              <a:defRPr sz="1875" b="0">
                <a:solidFill>
                  <a:srgbClr val="4C6273"/>
                </a:solidFill>
                <a:latin typeface="DejaVu Sans"/>
                <a:ea typeface="DejaVu Sans"/>
                <a:cs typeface="DejaVu Sans"/>
              </a:defRPr>
            </a:lvl3pPr>
            <a:lvl4pPr>
              <a:buNone/>
              <a:defRPr sz="1875" b="0">
                <a:solidFill>
                  <a:srgbClr val="4C6273"/>
                </a:solidFill>
                <a:latin typeface="DejaVu Sans"/>
                <a:ea typeface="DejaVu Sans"/>
                <a:cs typeface="DejaVu Sans"/>
              </a:defRPr>
            </a:lvl4pPr>
            <a:lvl5pPr>
              <a:buNone/>
              <a:defRPr sz="1875" b="0">
                <a:solidFill>
                  <a:srgbClr val="4C6273"/>
                </a:solidFill>
                <a:latin typeface="DejaVu Sans"/>
                <a:ea typeface="DejaVu Sans"/>
                <a:cs typeface="DejaVu Sans"/>
              </a:defRPr>
            </a:lvl5pPr>
            <a:lvl6pPr>
              <a:buNone/>
              <a:defRPr sz="1875" b="0">
                <a:solidFill>
                  <a:srgbClr val="4C6273"/>
                </a:solidFill>
                <a:latin typeface="DejaVu Sans"/>
                <a:ea typeface="DejaVu Sans"/>
                <a:cs typeface="DejaVu Sans"/>
              </a:defRPr>
            </a:lvl6pPr>
            <a:lvl7pPr>
              <a:buNone/>
              <a:defRPr sz="1875" b="0">
                <a:solidFill>
                  <a:srgbClr val="4C6273"/>
                </a:solidFill>
                <a:latin typeface="DejaVu Sans"/>
                <a:ea typeface="DejaVu Sans"/>
                <a:cs typeface="DejaVu Sans"/>
              </a:defRPr>
            </a:lvl7pPr>
            <a:lvl8pPr>
              <a:buNone/>
              <a:defRPr sz="1875" b="0">
                <a:solidFill>
                  <a:srgbClr val="4C6273"/>
                </a:solidFill>
                <a:latin typeface="DejaVu Sans"/>
                <a:ea typeface="DejaVu Sans"/>
                <a:cs typeface="DejaVu Sans"/>
              </a:defRPr>
            </a:lvl8pPr>
            <a:lvl9pPr>
              <a:buNone/>
              <a:defRPr sz="1875" b="0">
                <a:solidFill>
                  <a:srgbClr val="4C6273"/>
                </a:solidFill>
                <a:latin typeface="DejaVu Sans"/>
                <a:ea typeface="DejaVu Sans"/>
                <a:cs typeface="DejaVu Sans"/>
              </a:defRPr>
            </a:lvl9pPr>
          </a:lstStyle>
          <a:p xmlns:a="http://schemas.openxmlformats.org/drawingml/2006/main">
            <a:pPr>
              <a:buNone/>
              <a:defRPr sz="1875" b="0">
                <a:solidFill>
                  <a:srgbClr val="4C6273"/>
                </a:solidFill>
                <a:latin typeface="DejaVu Sans"/>
                <a:ea typeface="DejaVu Sans"/>
                <a:cs typeface="DejaVu Sans"/>
              </a:defRPr>
            </a:pPr>
            <a:r>
              <a:rPr sz="1875" b="0">
                <a:solidFill>
                  <a:srgbClr val="4C6273"/>
                </a:solidFill>
                <a:latin typeface="DejaVu Sans"/>
                <a:ea typeface="DejaVu Sans"/>
                <a:cs typeface="DejaVu Sans"/>
              </a:rPr>
              <a:t>Simulación 2026-01: 6 de abril vigente; 11 de abril vencido</a:t>
            </a:r>
          </a:p>
        </p:txBody>
      </p:sp>
    </p:spTree>
    <p:extLst>
      <p:ext uri="{BB962C8B-B14F-4D97-AF65-F5344CB8AC3E}">
        <p14:creationId xmlns:p14="http://schemas.microsoft.com/office/powerpoint/2010/main" val="1700980366"/>
      </p:ext>
    </p:extLst>
  </p:cSld>
</p:sld>
</file>

<file path=ppt/slides/slide5.xml><?xml version="1.0" encoding="utf-8"?>
<p:sld xmlns:p="http://schemas.openxmlformats.org/presentationml/2006/main">
  <p:cSld>
    <p:bg>
      <p:bgPr>
        <a:solidFill xmlns:a="http://schemas.openxmlformats.org/drawingml/2006/main">
          <a:srgbClr val="FAFBFC"/>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E9116D0C-C330-4756-8968-0EEBBD961BCD}"/>
              </a:ext>
            </a:extLst>
          </p:cNvPr>
          <p:cNvSpPr>
            <a:spLocks xmlns:a="http://schemas.openxmlformats.org/drawingml/2006/main" noGrp="1"/>
          </p:cNvSpPr>
          <p:nvPr/>
        </p:nvSpPr>
        <p:spPr>
          <a:xfrm xmlns:a="http://schemas.openxmlformats.org/drawingml/2006/main">
            <a:off x="619125" y="419100"/>
            <a:ext cx="1095375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3300" b="1">
                <a:solidFill>
                  <a:srgbClr val="193348"/>
                </a:solidFill>
                <a:latin typeface="DejaVu Sans"/>
                <a:ea typeface="DejaVu Sans"/>
                <a:cs typeface="DejaVu Sans"/>
              </a:defRPr>
            </a:defPPr>
            <a:lvl1pPr>
              <a:buNone/>
              <a:defRPr sz="3300" b="1">
                <a:solidFill>
                  <a:srgbClr val="193348"/>
                </a:solidFill>
                <a:latin typeface="DejaVu Sans"/>
                <a:ea typeface="DejaVu Sans"/>
                <a:cs typeface="DejaVu Sans"/>
              </a:defRPr>
            </a:lvl1pPr>
            <a:lvl2pPr>
              <a:buNone/>
              <a:defRPr sz="3300" b="1">
                <a:solidFill>
                  <a:srgbClr val="193348"/>
                </a:solidFill>
                <a:latin typeface="DejaVu Sans"/>
                <a:ea typeface="DejaVu Sans"/>
                <a:cs typeface="DejaVu Sans"/>
              </a:defRPr>
            </a:lvl2pPr>
            <a:lvl3pPr>
              <a:buNone/>
              <a:defRPr sz="3300" b="1">
                <a:solidFill>
                  <a:srgbClr val="193348"/>
                </a:solidFill>
                <a:latin typeface="DejaVu Sans"/>
                <a:ea typeface="DejaVu Sans"/>
                <a:cs typeface="DejaVu Sans"/>
              </a:defRPr>
            </a:lvl3pPr>
            <a:lvl4pPr>
              <a:buNone/>
              <a:defRPr sz="3300" b="1">
                <a:solidFill>
                  <a:srgbClr val="193348"/>
                </a:solidFill>
                <a:latin typeface="DejaVu Sans"/>
                <a:ea typeface="DejaVu Sans"/>
                <a:cs typeface="DejaVu Sans"/>
              </a:defRPr>
            </a:lvl4pPr>
            <a:lvl5pPr>
              <a:buNone/>
              <a:defRPr sz="3300" b="1">
                <a:solidFill>
                  <a:srgbClr val="193348"/>
                </a:solidFill>
                <a:latin typeface="DejaVu Sans"/>
                <a:ea typeface="DejaVu Sans"/>
                <a:cs typeface="DejaVu Sans"/>
              </a:defRPr>
            </a:lvl5pPr>
            <a:lvl6pPr>
              <a:buNone/>
              <a:defRPr sz="3300" b="1">
                <a:solidFill>
                  <a:srgbClr val="193348"/>
                </a:solidFill>
                <a:latin typeface="DejaVu Sans"/>
                <a:ea typeface="DejaVu Sans"/>
                <a:cs typeface="DejaVu Sans"/>
              </a:defRPr>
            </a:lvl6pPr>
            <a:lvl7pPr>
              <a:buNone/>
              <a:defRPr sz="3300" b="1">
                <a:solidFill>
                  <a:srgbClr val="193348"/>
                </a:solidFill>
                <a:latin typeface="DejaVu Sans"/>
                <a:ea typeface="DejaVu Sans"/>
                <a:cs typeface="DejaVu Sans"/>
              </a:defRPr>
            </a:lvl7pPr>
            <a:lvl8pPr>
              <a:buNone/>
              <a:defRPr sz="3300" b="1">
                <a:solidFill>
                  <a:srgbClr val="193348"/>
                </a:solidFill>
                <a:latin typeface="DejaVu Sans"/>
                <a:ea typeface="DejaVu Sans"/>
                <a:cs typeface="DejaVu Sans"/>
              </a:defRPr>
            </a:lvl8pPr>
            <a:lvl9pPr>
              <a:buNone/>
              <a:defRPr sz="3300" b="1">
                <a:solidFill>
                  <a:srgbClr val="193348"/>
                </a:solidFill>
                <a:latin typeface="DejaVu Sans"/>
                <a:ea typeface="DejaVu Sans"/>
                <a:cs typeface="DejaVu Sans"/>
              </a:defRPr>
            </a:lvl9pPr>
          </a:lstStyle>
          <a:p xmlns:a="http://schemas.openxmlformats.org/drawingml/2006/main">
            <a:pPr>
              <a:buNone/>
              <a:defRPr sz="3300" b="1">
                <a:solidFill>
                  <a:srgbClr val="193348"/>
                </a:solidFill>
                <a:latin typeface="DejaVu Sans"/>
                <a:ea typeface="DejaVu Sans"/>
                <a:cs typeface="DejaVu Sans"/>
              </a:defRPr>
            </a:pPr>
            <a:r>
              <a:rPr sz="3300" b="1">
                <a:solidFill>
                  <a:srgbClr val="193348"/>
                </a:solidFill>
                <a:latin typeface="DejaVu Sans"/>
                <a:ea typeface="DejaVu Sans"/>
                <a:cs typeface="DejaVu Sans"/>
              </a:rPr>
              <a:t>Conclusiones y aprendizajes del equipo</a:t>
            </a:r>
          </a:p>
        </p:txBody>
      </p:sp>
      <p:sp>
        <p:nvSpPr>
          <p:cNvPr id="2" name="text-1">
            <a:extLst xmlns:a="http://schemas.openxmlformats.org/drawingml/2006/main">
              <a:ext uri="{FF2B5EF4-FFF2-40B4-BE49-F238E27FC236}">
                <a16:creationId xmlns:a16="http://schemas.microsoft.com/office/drawing/2014/main" id="{9E9A8442-80CD-4905-90BB-AEFA7A10CADA}"/>
              </a:ext>
            </a:extLst>
          </p:cNvPr>
          <p:cNvSpPr>
            <a:spLocks xmlns:a="http://schemas.openxmlformats.org/drawingml/2006/main" noGrp="1"/>
          </p:cNvSpPr>
          <p:nvPr/>
        </p:nvSpPr>
        <p:spPr>
          <a:xfrm xmlns:a="http://schemas.openxmlformats.org/drawingml/2006/main">
            <a:off x="619125" y="6419850"/>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275" b="0">
                <a:solidFill>
                  <a:srgbClr val="4C6273"/>
                </a:solidFill>
                <a:latin typeface="DejaVu Sans"/>
                <a:ea typeface="DejaVu Sans"/>
                <a:cs typeface="DejaVu Sans"/>
              </a:defRPr>
            </a:defPPr>
            <a:lvl1pPr>
              <a:buNone/>
              <a:defRPr sz="1275" b="0">
                <a:solidFill>
                  <a:srgbClr val="4C6273"/>
                </a:solidFill>
                <a:latin typeface="DejaVu Sans"/>
                <a:ea typeface="DejaVu Sans"/>
                <a:cs typeface="DejaVu Sans"/>
              </a:defRPr>
            </a:lvl1pPr>
            <a:lvl2pPr>
              <a:buNone/>
              <a:defRPr sz="1275" b="0">
                <a:solidFill>
                  <a:srgbClr val="4C6273"/>
                </a:solidFill>
                <a:latin typeface="DejaVu Sans"/>
                <a:ea typeface="DejaVu Sans"/>
                <a:cs typeface="DejaVu Sans"/>
              </a:defRPr>
            </a:lvl2pPr>
            <a:lvl3pPr>
              <a:buNone/>
              <a:defRPr sz="1275" b="0">
                <a:solidFill>
                  <a:srgbClr val="4C6273"/>
                </a:solidFill>
                <a:latin typeface="DejaVu Sans"/>
                <a:ea typeface="DejaVu Sans"/>
                <a:cs typeface="DejaVu Sans"/>
              </a:defRPr>
            </a:lvl3pPr>
            <a:lvl4pPr>
              <a:buNone/>
              <a:defRPr sz="1275" b="0">
                <a:solidFill>
                  <a:srgbClr val="4C6273"/>
                </a:solidFill>
                <a:latin typeface="DejaVu Sans"/>
                <a:ea typeface="DejaVu Sans"/>
                <a:cs typeface="DejaVu Sans"/>
              </a:defRPr>
            </a:lvl4pPr>
            <a:lvl5pPr>
              <a:buNone/>
              <a:defRPr sz="1275" b="0">
                <a:solidFill>
                  <a:srgbClr val="4C6273"/>
                </a:solidFill>
                <a:latin typeface="DejaVu Sans"/>
                <a:ea typeface="DejaVu Sans"/>
                <a:cs typeface="DejaVu Sans"/>
              </a:defRPr>
            </a:lvl5pPr>
            <a:lvl6pPr>
              <a:buNone/>
              <a:defRPr sz="1275" b="0">
                <a:solidFill>
                  <a:srgbClr val="4C6273"/>
                </a:solidFill>
                <a:latin typeface="DejaVu Sans"/>
                <a:ea typeface="DejaVu Sans"/>
                <a:cs typeface="DejaVu Sans"/>
              </a:defRPr>
            </a:lvl6pPr>
            <a:lvl7pPr>
              <a:buNone/>
              <a:defRPr sz="1275" b="0">
                <a:solidFill>
                  <a:srgbClr val="4C6273"/>
                </a:solidFill>
                <a:latin typeface="DejaVu Sans"/>
                <a:ea typeface="DejaVu Sans"/>
                <a:cs typeface="DejaVu Sans"/>
              </a:defRPr>
            </a:lvl7pPr>
            <a:lvl8pPr>
              <a:buNone/>
              <a:defRPr sz="1275" b="0">
                <a:solidFill>
                  <a:srgbClr val="4C6273"/>
                </a:solidFill>
                <a:latin typeface="DejaVu Sans"/>
                <a:ea typeface="DejaVu Sans"/>
                <a:cs typeface="DejaVu Sans"/>
              </a:defRPr>
            </a:lvl8pPr>
            <a:lvl9pPr>
              <a:buNone/>
              <a:defRPr sz="1275" b="0">
                <a:solidFill>
                  <a:srgbClr val="4C6273"/>
                </a:solidFill>
                <a:latin typeface="DejaVu Sans"/>
                <a:ea typeface="DejaVu Sans"/>
                <a:cs typeface="DejaVu Sans"/>
              </a:defRPr>
            </a:lvl9pPr>
          </a:lstStyle>
          <a:p xmlns:a="http://schemas.openxmlformats.org/drawingml/2006/main">
            <a:pPr>
              <a:buNone/>
              <a:defRPr sz="1275" b="0">
                <a:solidFill>
                  <a:srgbClr val="4C6273"/>
                </a:solidFill>
                <a:latin typeface="DejaVu Sans"/>
                <a:ea typeface="DejaVu Sans"/>
                <a:cs typeface="DejaVu Sans"/>
              </a:defRPr>
            </a:pPr>
            <a:r>
              <a:rPr sz="1275" b="0">
                <a:solidFill>
                  <a:srgbClr val="4C6273"/>
                </a:solidFill>
                <a:latin typeface="DejaVu Sans"/>
                <a:ea typeface="DejaVu Sans"/>
                <a:cs typeface="DejaVu Sans"/>
              </a:rPr>
              <a:t>AsistenteReg EP2</a:t>
            </a:r>
          </a:p>
        </p:txBody>
      </p:sp>
      <p:sp>
        <p:nvSpPr>
          <p:cNvPr id="3" name="text-2">
            <a:extLst xmlns:a="http://schemas.openxmlformats.org/drawingml/2006/main">
              <a:ext uri="{FF2B5EF4-FFF2-40B4-BE49-F238E27FC236}">
                <a16:creationId xmlns:a16="http://schemas.microsoft.com/office/drawing/2014/main" id="{0C5B7938-12AF-4EE2-BF39-80A2D1BE1797}"/>
              </a:ext>
            </a:extLst>
          </p:cNvPr>
          <p:cNvSpPr>
            <a:spLocks xmlns:a="http://schemas.openxmlformats.org/drawingml/2006/main" noGrp="1"/>
          </p:cNvSpPr>
          <p:nvPr/>
        </p:nvSpPr>
        <p:spPr>
          <a:xfrm xmlns:a="http://schemas.openxmlformats.org/drawingml/2006/main">
            <a:off x="11144250" y="641985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275" b="0">
                <a:solidFill>
                  <a:srgbClr val="4C6273"/>
                </a:solidFill>
                <a:latin typeface="DejaVu Sans"/>
                <a:ea typeface="DejaVu Sans"/>
                <a:cs typeface="DejaVu Sans"/>
              </a:defRPr>
            </a:defPPr>
            <a:lvl1pPr>
              <a:buNone/>
              <a:defRPr sz="1275" b="0">
                <a:solidFill>
                  <a:srgbClr val="4C6273"/>
                </a:solidFill>
                <a:latin typeface="DejaVu Sans"/>
                <a:ea typeface="DejaVu Sans"/>
                <a:cs typeface="DejaVu Sans"/>
              </a:defRPr>
            </a:lvl1pPr>
            <a:lvl2pPr>
              <a:buNone/>
              <a:defRPr sz="1275" b="0">
                <a:solidFill>
                  <a:srgbClr val="4C6273"/>
                </a:solidFill>
                <a:latin typeface="DejaVu Sans"/>
                <a:ea typeface="DejaVu Sans"/>
                <a:cs typeface="DejaVu Sans"/>
              </a:defRPr>
            </a:lvl2pPr>
            <a:lvl3pPr>
              <a:buNone/>
              <a:defRPr sz="1275" b="0">
                <a:solidFill>
                  <a:srgbClr val="4C6273"/>
                </a:solidFill>
                <a:latin typeface="DejaVu Sans"/>
                <a:ea typeface="DejaVu Sans"/>
                <a:cs typeface="DejaVu Sans"/>
              </a:defRPr>
            </a:lvl3pPr>
            <a:lvl4pPr>
              <a:buNone/>
              <a:defRPr sz="1275" b="0">
                <a:solidFill>
                  <a:srgbClr val="4C6273"/>
                </a:solidFill>
                <a:latin typeface="DejaVu Sans"/>
                <a:ea typeface="DejaVu Sans"/>
                <a:cs typeface="DejaVu Sans"/>
              </a:defRPr>
            </a:lvl4pPr>
            <a:lvl5pPr>
              <a:buNone/>
              <a:defRPr sz="1275" b="0">
                <a:solidFill>
                  <a:srgbClr val="4C6273"/>
                </a:solidFill>
                <a:latin typeface="DejaVu Sans"/>
                <a:ea typeface="DejaVu Sans"/>
                <a:cs typeface="DejaVu Sans"/>
              </a:defRPr>
            </a:lvl5pPr>
            <a:lvl6pPr>
              <a:buNone/>
              <a:defRPr sz="1275" b="0">
                <a:solidFill>
                  <a:srgbClr val="4C6273"/>
                </a:solidFill>
                <a:latin typeface="DejaVu Sans"/>
                <a:ea typeface="DejaVu Sans"/>
                <a:cs typeface="DejaVu Sans"/>
              </a:defRPr>
            </a:lvl6pPr>
            <a:lvl7pPr>
              <a:buNone/>
              <a:defRPr sz="1275" b="0">
                <a:solidFill>
                  <a:srgbClr val="4C6273"/>
                </a:solidFill>
                <a:latin typeface="DejaVu Sans"/>
                <a:ea typeface="DejaVu Sans"/>
                <a:cs typeface="DejaVu Sans"/>
              </a:defRPr>
            </a:lvl7pPr>
            <a:lvl8pPr>
              <a:buNone/>
              <a:defRPr sz="1275" b="0">
                <a:solidFill>
                  <a:srgbClr val="4C6273"/>
                </a:solidFill>
                <a:latin typeface="DejaVu Sans"/>
                <a:ea typeface="DejaVu Sans"/>
                <a:cs typeface="DejaVu Sans"/>
              </a:defRPr>
            </a:lvl8pPr>
            <a:lvl9pPr>
              <a:buNone/>
              <a:defRPr sz="1275" b="0">
                <a:solidFill>
                  <a:srgbClr val="4C6273"/>
                </a:solidFill>
                <a:latin typeface="DejaVu Sans"/>
                <a:ea typeface="DejaVu Sans"/>
                <a:cs typeface="DejaVu Sans"/>
              </a:defRPr>
            </a:lvl9pPr>
          </a:lstStyle>
          <a:p xmlns:a="http://schemas.openxmlformats.org/drawingml/2006/main">
            <a:pPr>
              <a:buNone/>
              <a:defRPr sz="1275" b="0">
                <a:solidFill>
                  <a:srgbClr val="4C6273"/>
                </a:solidFill>
                <a:latin typeface="DejaVu Sans"/>
                <a:ea typeface="DejaVu Sans"/>
                <a:cs typeface="DejaVu Sans"/>
              </a:defRPr>
            </a:pPr>
            <a:r>
              <a:rPr sz="1275" b="0">
                <a:solidFill>
                  <a:srgbClr val="4C6273"/>
                </a:solidFill>
                <a:latin typeface="DejaVu Sans"/>
                <a:ea typeface="DejaVu Sans"/>
                <a:cs typeface="DejaVu Sans"/>
              </a:rPr>
              <a:t>5</a:t>
            </a:r>
          </a:p>
        </p:txBody>
      </p:sp>
      <p:sp>
        <p:nvSpPr>
          <p:cNvPr id="4" name="text-3">
            <a:extLst xmlns:a="http://schemas.openxmlformats.org/drawingml/2006/main">
              <a:ext uri="{FF2B5EF4-FFF2-40B4-BE49-F238E27FC236}">
                <a16:creationId xmlns:a16="http://schemas.microsoft.com/office/drawing/2014/main" id="{537E7481-403D-4C7B-B223-52A08AF4367A}"/>
              </a:ext>
            </a:extLst>
          </p:cNvPr>
          <p:cNvSpPr>
            <a:spLocks xmlns:a="http://schemas.openxmlformats.org/drawingml/2006/main" noGrp="1"/>
          </p:cNvSpPr>
          <p:nvPr/>
        </p:nvSpPr>
        <p:spPr>
          <a:xfrm xmlns:a="http://schemas.openxmlformats.org/drawingml/2006/main">
            <a:off x="619125" y="1571625"/>
            <a:ext cx="10572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550" b="1">
                <a:solidFill>
                  <a:srgbClr val="1E7B80"/>
                </a:solidFill>
                <a:latin typeface="DejaVu Sans"/>
                <a:ea typeface="DejaVu Sans"/>
                <a:cs typeface="DejaVu Sans"/>
              </a:defRPr>
            </a:defPPr>
            <a:lvl1pPr>
              <a:buNone/>
              <a:defRPr sz="2550" b="1">
                <a:solidFill>
                  <a:srgbClr val="1E7B80"/>
                </a:solidFill>
                <a:latin typeface="DejaVu Sans"/>
                <a:ea typeface="DejaVu Sans"/>
                <a:cs typeface="DejaVu Sans"/>
              </a:defRPr>
            </a:lvl1pPr>
            <a:lvl2pPr>
              <a:buNone/>
              <a:defRPr sz="2550" b="1">
                <a:solidFill>
                  <a:srgbClr val="1E7B80"/>
                </a:solidFill>
                <a:latin typeface="DejaVu Sans"/>
                <a:ea typeface="DejaVu Sans"/>
                <a:cs typeface="DejaVu Sans"/>
              </a:defRPr>
            </a:lvl2pPr>
            <a:lvl3pPr>
              <a:buNone/>
              <a:defRPr sz="2550" b="1">
                <a:solidFill>
                  <a:srgbClr val="1E7B80"/>
                </a:solidFill>
                <a:latin typeface="DejaVu Sans"/>
                <a:ea typeface="DejaVu Sans"/>
                <a:cs typeface="DejaVu Sans"/>
              </a:defRPr>
            </a:lvl3pPr>
            <a:lvl4pPr>
              <a:buNone/>
              <a:defRPr sz="2550" b="1">
                <a:solidFill>
                  <a:srgbClr val="1E7B80"/>
                </a:solidFill>
                <a:latin typeface="DejaVu Sans"/>
                <a:ea typeface="DejaVu Sans"/>
                <a:cs typeface="DejaVu Sans"/>
              </a:defRPr>
            </a:lvl4pPr>
            <a:lvl5pPr>
              <a:buNone/>
              <a:defRPr sz="2550" b="1">
                <a:solidFill>
                  <a:srgbClr val="1E7B80"/>
                </a:solidFill>
                <a:latin typeface="DejaVu Sans"/>
                <a:ea typeface="DejaVu Sans"/>
                <a:cs typeface="DejaVu Sans"/>
              </a:defRPr>
            </a:lvl5pPr>
            <a:lvl6pPr>
              <a:buNone/>
              <a:defRPr sz="2550" b="1">
                <a:solidFill>
                  <a:srgbClr val="1E7B80"/>
                </a:solidFill>
                <a:latin typeface="DejaVu Sans"/>
                <a:ea typeface="DejaVu Sans"/>
                <a:cs typeface="DejaVu Sans"/>
              </a:defRPr>
            </a:lvl6pPr>
            <a:lvl7pPr>
              <a:buNone/>
              <a:defRPr sz="2550" b="1">
                <a:solidFill>
                  <a:srgbClr val="1E7B80"/>
                </a:solidFill>
                <a:latin typeface="DejaVu Sans"/>
                <a:ea typeface="DejaVu Sans"/>
                <a:cs typeface="DejaVu Sans"/>
              </a:defRPr>
            </a:lvl7pPr>
            <a:lvl8pPr>
              <a:buNone/>
              <a:defRPr sz="2550" b="1">
                <a:solidFill>
                  <a:srgbClr val="1E7B80"/>
                </a:solidFill>
                <a:latin typeface="DejaVu Sans"/>
                <a:ea typeface="DejaVu Sans"/>
                <a:cs typeface="DejaVu Sans"/>
              </a:defRPr>
            </a:lvl8pPr>
            <a:lvl9pPr>
              <a:buNone/>
              <a:defRPr sz="2550" b="1">
                <a:solidFill>
                  <a:srgbClr val="1E7B80"/>
                </a:solidFill>
                <a:latin typeface="DejaVu Sans"/>
                <a:ea typeface="DejaVu Sans"/>
                <a:cs typeface="DejaVu Sans"/>
              </a:defRPr>
            </a:lvl9pPr>
          </a:lstStyle>
          <a:p xmlns:a="http://schemas.openxmlformats.org/drawingml/2006/main">
            <a:pPr>
              <a:buNone/>
              <a:defRPr sz="2550" b="1">
                <a:solidFill>
                  <a:srgbClr val="1E7B80"/>
                </a:solidFill>
                <a:latin typeface="DejaVu Sans"/>
                <a:ea typeface="DejaVu Sans"/>
                <a:cs typeface="DejaVu Sans"/>
              </a:defRPr>
            </a:pPr>
            <a:r>
              <a:rPr sz="2550" b="1">
                <a:solidFill>
                  <a:srgbClr val="1E7B80"/>
                </a:solidFill>
                <a:latin typeface="DejaVu Sans"/>
                <a:ea typeface="DejaVu Sans"/>
                <a:cs typeface="DejaVu Sans"/>
              </a:rPr>
              <a:t>Para completar con redacción propia</a:t>
            </a:r>
          </a:p>
        </p:txBody>
      </p:sp>
      <p:sp>
        <p:nvSpPr>
          <p:cNvPr id="5" name="text-4">
            <a:extLst xmlns:a="http://schemas.openxmlformats.org/drawingml/2006/main">
              <a:ext uri="{FF2B5EF4-FFF2-40B4-BE49-F238E27FC236}">
                <a16:creationId xmlns:a16="http://schemas.microsoft.com/office/drawing/2014/main" id="{4B8C070A-1531-4455-8F6D-09EA6BBF546A}"/>
              </a:ext>
            </a:extLst>
          </p:cNvPr>
          <p:cNvSpPr>
            <a:spLocks xmlns:a="http://schemas.openxmlformats.org/drawingml/2006/main" noGrp="1"/>
          </p:cNvSpPr>
          <p:nvPr/>
        </p:nvSpPr>
        <p:spPr>
          <a:xfrm xmlns:a="http://schemas.openxmlformats.org/drawingml/2006/main">
            <a:off x="619125" y="2762250"/>
            <a:ext cx="10763250" cy="1857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325" b="0">
                <a:solidFill>
                  <a:srgbClr val="193348"/>
                </a:solidFill>
                <a:latin typeface="DejaVu Sans"/>
                <a:ea typeface="DejaVu Sans"/>
                <a:cs typeface="DejaVu Sans"/>
              </a:defRPr>
            </a:defPPr>
            <a:lvl1pPr>
              <a:buNone/>
              <a:defRPr sz="2325" b="0">
                <a:solidFill>
                  <a:srgbClr val="193348"/>
                </a:solidFill>
                <a:latin typeface="DejaVu Sans"/>
                <a:ea typeface="DejaVu Sans"/>
                <a:cs typeface="DejaVu Sans"/>
              </a:defRPr>
            </a:lvl1pPr>
            <a:lvl2pPr>
              <a:buNone/>
              <a:defRPr sz="2325" b="0">
                <a:solidFill>
                  <a:srgbClr val="193348"/>
                </a:solidFill>
                <a:latin typeface="DejaVu Sans"/>
                <a:ea typeface="DejaVu Sans"/>
                <a:cs typeface="DejaVu Sans"/>
              </a:defRPr>
            </a:lvl2pPr>
            <a:lvl3pPr>
              <a:buNone/>
              <a:defRPr sz="2325" b="0">
                <a:solidFill>
                  <a:srgbClr val="193348"/>
                </a:solidFill>
                <a:latin typeface="DejaVu Sans"/>
                <a:ea typeface="DejaVu Sans"/>
                <a:cs typeface="DejaVu Sans"/>
              </a:defRPr>
            </a:lvl3pPr>
            <a:lvl4pPr>
              <a:buNone/>
              <a:defRPr sz="2325" b="0">
                <a:solidFill>
                  <a:srgbClr val="193348"/>
                </a:solidFill>
                <a:latin typeface="DejaVu Sans"/>
                <a:ea typeface="DejaVu Sans"/>
                <a:cs typeface="DejaVu Sans"/>
              </a:defRPr>
            </a:lvl4pPr>
            <a:lvl5pPr>
              <a:buNone/>
              <a:defRPr sz="2325" b="0">
                <a:solidFill>
                  <a:srgbClr val="193348"/>
                </a:solidFill>
                <a:latin typeface="DejaVu Sans"/>
                <a:ea typeface="DejaVu Sans"/>
                <a:cs typeface="DejaVu Sans"/>
              </a:defRPr>
            </a:lvl5pPr>
            <a:lvl6pPr>
              <a:buNone/>
              <a:defRPr sz="2325" b="0">
                <a:solidFill>
                  <a:srgbClr val="193348"/>
                </a:solidFill>
                <a:latin typeface="DejaVu Sans"/>
                <a:ea typeface="DejaVu Sans"/>
                <a:cs typeface="DejaVu Sans"/>
              </a:defRPr>
            </a:lvl6pPr>
            <a:lvl7pPr>
              <a:buNone/>
              <a:defRPr sz="2325" b="0">
                <a:solidFill>
                  <a:srgbClr val="193348"/>
                </a:solidFill>
                <a:latin typeface="DejaVu Sans"/>
                <a:ea typeface="DejaVu Sans"/>
                <a:cs typeface="DejaVu Sans"/>
              </a:defRPr>
            </a:lvl7pPr>
            <a:lvl8pPr>
              <a:buNone/>
              <a:defRPr sz="2325" b="0">
                <a:solidFill>
                  <a:srgbClr val="193348"/>
                </a:solidFill>
                <a:latin typeface="DejaVu Sans"/>
                <a:ea typeface="DejaVu Sans"/>
                <a:cs typeface="DejaVu Sans"/>
              </a:defRPr>
            </a:lvl8pPr>
            <a:lvl9pPr>
              <a:buNone/>
              <a:defRPr sz="2325" b="0">
                <a:solidFill>
                  <a:srgbClr val="193348"/>
                </a:solidFill>
                <a:latin typeface="DejaVu Sans"/>
                <a:ea typeface="DejaVu Sans"/>
                <a:cs typeface="DejaVu Sans"/>
              </a:defRPr>
            </a:lvl9pPr>
          </a:lstStyle>
          <a:p xmlns:a="http://schemas.openxmlformats.org/drawingml/2006/main">
            <a:pPr>
              <a:buNone/>
              <a:defRPr sz="2325" b="0">
                <a:solidFill>
                  <a:srgbClr val="193348"/>
                </a:solidFill>
                <a:latin typeface="DejaVu Sans"/>
                <a:ea typeface="DejaVu Sans"/>
                <a:cs typeface="DejaVu Sans"/>
              </a:defRPr>
            </a:pPr>
            <a:r>
              <a:rPr sz="2325" b="0">
                <a:solidFill>
                  <a:srgbClr val="193348"/>
                </a:solidFill>
                <a:latin typeface="DejaVu Sans"/>
                <a:ea typeface="DejaVu Sans"/>
                <a:cs typeface="DejaVu Sans"/>
              </a:rPr>
              <a:t>Qué pudimos comprobar</a:t>
            </a:r>
          </a:p>
          <a:p xmlns:a="http://schemas.openxmlformats.org/drawingml/2006/main">
            <a:pPr>
              <a:buNone/>
              <a:defRPr sz="2325" b="0">
                <a:solidFill>
                  <a:srgbClr val="193348"/>
                </a:solidFill>
                <a:latin typeface="DejaVu Sans"/>
                <a:ea typeface="DejaVu Sans"/>
                <a:cs typeface="DejaVu Sans"/>
              </a:defRPr>
            </a:pPr>
            <a:r>
              <a:rPr sz="2325" b="0">
                <a:solidFill>
                  <a:srgbClr val="193348"/>
                </a:solidFill>
                <a:latin typeface="DejaVu Sans"/>
                <a:ea typeface="DejaVu Sans"/>
                <a:cs typeface="DejaVu Sans"/>
              </a:rPr>
              <a:t>Qué límite sigue pendiente</a:t>
            </a:r>
          </a:p>
          <a:p xmlns:a="http://schemas.openxmlformats.org/drawingml/2006/main">
            <a:pPr>
              <a:buNone/>
              <a:defRPr sz="2325" b="0">
                <a:solidFill>
                  <a:srgbClr val="193348"/>
                </a:solidFill>
                <a:latin typeface="DejaVu Sans"/>
                <a:ea typeface="DejaVu Sans"/>
                <a:cs typeface="DejaVu Sans"/>
              </a:defRPr>
            </a:pPr>
            <a:r>
              <a:rPr sz="2325" b="0">
                <a:solidFill>
                  <a:srgbClr val="193348"/>
                </a:solidFill>
                <a:latin typeface="DejaVu Sans"/>
                <a:ea typeface="DejaVu Sans"/>
                <a:cs typeface="DejaVu Sans"/>
              </a:rPr>
              <a:t>Qué aprendió y aportó cada integrante</a:t>
            </a:r>
          </a:p>
        </p:txBody>
      </p:sp>
      <p:sp>
        <p:nvSpPr>
          <p:cNvPr id="6" name="text-5">
            <a:extLst xmlns:a="http://schemas.openxmlformats.org/drawingml/2006/main">
              <a:ext uri="{FF2B5EF4-FFF2-40B4-BE49-F238E27FC236}">
                <a16:creationId xmlns:a16="http://schemas.microsoft.com/office/drawing/2014/main" id="{B7B51969-CEAF-40AC-83AE-BC1CF070C97A}"/>
              </a:ext>
            </a:extLst>
          </p:cNvPr>
          <p:cNvSpPr>
            <a:spLocks xmlns:a="http://schemas.openxmlformats.org/drawingml/2006/main" noGrp="1"/>
          </p:cNvSpPr>
          <p:nvPr/>
        </p:nvSpPr>
        <p:spPr>
          <a:xfrm xmlns:a="http://schemas.openxmlformats.org/drawingml/2006/main">
            <a:off x="619125" y="5391150"/>
            <a:ext cx="107632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950" b="0">
                <a:solidFill>
                  <a:srgbClr val="4C6273"/>
                </a:solidFill>
                <a:latin typeface="DejaVu Sans"/>
                <a:ea typeface="DejaVu Sans"/>
                <a:cs typeface="DejaVu Sans"/>
              </a:defRPr>
            </a:defPPr>
            <a:lvl1pPr>
              <a:buNone/>
              <a:defRPr sz="1950" b="0">
                <a:solidFill>
                  <a:srgbClr val="4C6273"/>
                </a:solidFill>
                <a:latin typeface="DejaVu Sans"/>
                <a:ea typeface="DejaVu Sans"/>
                <a:cs typeface="DejaVu Sans"/>
              </a:defRPr>
            </a:lvl1pPr>
            <a:lvl2pPr>
              <a:buNone/>
              <a:defRPr sz="1950" b="0">
                <a:solidFill>
                  <a:srgbClr val="4C6273"/>
                </a:solidFill>
                <a:latin typeface="DejaVu Sans"/>
                <a:ea typeface="DejaVu Sans"/>
                <a:cs typeface="DejaVu Sans"/>
              </a:defRPr>
            </a:lvl2pPr>
            <a:lvl3pPr>
              <a:buNone/>
              <a:defRPr sz="1950" b="0">
                <a:solidFill>
                  <a:srgbClr val="4C6273"/>
                </a:solidFill>
                <a:latin typeface="DejaVu Sans"/>
                <a:ea typeface="DejaVu Sans"/>
                <a:cs typeface="DejaVu Sans"/>
              </a:defRPr>
            </a:lvl3pPr>
            <a:lvl4pPr>
              <a:buNone/>
              <a:defRPr sz="1950" b="0">
                <a:solidFill>
                  <a:srgbClr val="4C6273"/>
                </a:solidFill>
                <a:latin typeface="DejaVu Sans"/>
                <a:ea typeface="DejaVu Sans"/>
                <a:cs typeface="DejaVu Sans"/>
              </a:defRPr>
            </a:lvl4pPr>
            <a:lvl5pPr>
              <a:buNone/>
              <a:defRPr sz="1950" b="0">
                <a:solidFill>
                  <a:srgbClr val="4C6273"/>
                </a:solidFill>
                <a:latin typeface="DejaVu Sans"/>
                <a:ea typeface="DejaVu Sans"/>
                <a:cs typeface="DejaVu Sans"/>
              </a:defRPr>
            </a:lvl5pPr>
            <a:lvl6pPr>
              <a:buNone/>
              <a:defRPr sz="1950" b="0">
                <a:solidFill>
                  <a:srgbClr val="4C6273"/>
                </a:solidFill>
                <a:latin typeface="DejaVu Sans"/>
                <a:ea typeface="DejaVu Sans"/>
                <a:cs typeface="DejaVu Sans"/>
              </a:defRPr>
            </a:lvl6pPr>
            <a:lvl7pPr>
              <a:buNone/>
              <a:defRPr sz="1950" b="0">
                <a:solidFill>
                  <a:srgbClr val="4C6273"/>
                </a:solidFill>
                <a:latin typeface="DejaVu Sans"/>
                <a:ea typeface="DejaVu Sans"/>
                <a:cs typeface="DejaVu Sans"/>
              </a:defRPr>
            </a:lvl7pPr>
            <a:lvl8pPr>
              <a:buNone/>
              <a:defRPr sz="1950" b="0">
                <a:solidFill>
                  <a:srgbClr val="4C6273"/>
                </a:solidFill>
                <a:latin typeface="DejaVu Sans"/>
                <a:ea typeface="DejaVu Sans"/>
                <a:cs typeface="DejaVu Sans"/>
              </a:defRPr>
            </a:lvl8pPr>
            <a:lvl9pPr>
              <a:buNone/>
              <a:defRPr sz="1950" b="0">
                <a:solidFill>
                  <a:srgbClr val="4C6273"/>
                </a:solidFill>
                <a:latin typeface="DejaVu Sans"/>
                <a:ea typeface="DejaVu Sans"/>
                <a:cs typeface="DejaVu Sans"/>
              </a:defRPr>
            </a:lvl9pPr>
          </a:lstStyle>
          <a:p xmlns:a="http://schemas.openxmlformats.org/drawingml/2006/main">
            <a:pPr>
              <a:buNone/>
              <a:defRPr sz="1950" b="0">
                <a:solidFill>
                  <a:srgbClr val="4C6273"/>
                </a:solidFill>
                <a:latin typeface="DejaVu Sans"/>
                <a:ea typeface="DejaVu Sans"/>
                <a:cs typeface="DejaVu Sans"/>
              </a:defRPr>
            </a:pPr>
            <a:r>
              <a:rPr sz="1950" b="0">
                <a:solidFill>
                  <a:srgbClr val="4C6273"/>
                </a:solidFill>
                <a:latin typeface="DejaVu Sans"/>
                <a:ea typeface="DejaVu Sans"/>
                <a:cs typeface="DejaVu Sans"/>
              </a:rPr>
              <a:t>La pauta exige escribir esta sección sin apoyo de IA</a:t>
            </a:r>
          </a:p>
        </p:txBody>
      </p:sp>
    </p:spTree>
    <p:extLst>
      <p:ext uri="{BB962C8B-B14F-4D97-AF65-F5344CB8AC3E}">
        <p14:creationId xmlns:p14="http://schemas.microsoft.com/office/powerpoint/2010/main" val="1635517846"/>
      </p:ext>
    </p:extLst>
  </p:cSld>
</p:sld>
</file>

<file path=ppt/slides/slide6.xml><?xml version="1.0" encoding="utf-8"?>
<p:sld xmlns:p="http://schemas.openxmlformats.org/presentationml/2006/main">
  <p:cSld>
    <p:bg>
      <p:bgPr>
        <a:solidFill xmlns:a="http://schemas.openxmlformats.org/drawingml/2006/main">
          <a:srgbClr val="FAFBFC"/>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40DC9B22-0237-42DE-AC49-E0A0EAE11D48}"/>
              </a:ext>
            </a:extLst>
          </p:cNvPr>
          <p:cNvSpPr>
            <a:spLocks xmlns:a="http://schemas.openxmlformats.org/drawingml/2006/main" noGrp="1"/>
          </p:cNvSpPr>
          <p:nvPr/>
        </p:nvSpPr>
        <p:spPr>
          <a:xfrm xmlns:a="http://schemas.openxmlformats.org/drawingml/2006/main">
            <a:off x="619125" y="419100"/>
            <a:ext cx="1095375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3300" b="1">
                <a:solidFill>
                  <a:srgbClr val="193348"/>
                </a:solidFill>
                <a:latin typeface="DejaVu Sans"/>
                <a:ea typeface="DejaVu Sans"/>
                <a:cs typeface="DejaVu Sans"/>
              </a:defRPr>
            </a:defPPr>
            <a:lvl1pPr>
              <a:buNone/>
              <a:defRPr sz="3300" b="1">
                <a:solidFill>
                  <a:srgbClr val="193348"/>
                </a:solidFill>
                <a:latin typeface="DejaVu Sans"/>
                <a:ea typeface="DejaVu Sans"/>
                <a:cs typeface="DejaVu Sans"/>
              </a:defRPr>
            </a:lvl1pPr>
            <a:lvl2pPr>
              <a:buNone/>
              <a:defRPr sz="3300" b="1">
                <a:solidFill>
                  <a:srgbClr val="193348"/>
                </a:solidFill>
                <a:latin typeface="DejaVu Sans"/>
                <a:ea typeface="DejaVu Sans"/>
                <a:cs typeface="DejaVu Sans"/>
              </a:defRPr>
            </a:lvl2pPr>
            <a:lvl3pPr>
              <a:buNone/>
              <a:defRPr sz="3300" b="1">
                <a:solidFill>
                  <a:srgbClr val="193348"/>
                </a:solidFill>
                <a:latin typeface="DejaVu Sans"/>
                <a:ea typeface="DejaVu Sans"/>
                <a:cs typeface="DejaVu Sans"/>
              </a:defRPr>
            </a:lvl3pPr>
            <a:lvl4pPr>
              <a:buNone/>
              <a:defRPr sz="3300" b="1">
                <a:solidFill>
                  <a:srgbClr val="193348"/>
                </a:solidFill>
                <a:latin typeface="DejaVu Sans"/>
                <a:ea typeface="DejaVu Sans"/>
                <a:cs typeface="DejaVu Sans"/>
              </a:defRPr>
            </a:lvl4pPr>
            <a:lvl5pPr>
              <a:buNone/>
              <a:defRPr sz="3300" b="1">
                <a:solidFill>
                  <a:srgbClr val="193348"/>
                </a:solidFill>
                <a:latin typeface="DejaVu Sans"/>
                <a:ea typeface="DejaVu Sans"/>
                <a:cs typeface="DejaVu Sans"/>
              </a:defRPr>
            </a:lvl5pPr>
            <a:lvl6pPr>
              <a:buNone/>
              <a:defRPr sz="3300" b="1">
                <a:solidFill>
                  <a:srgbClr val="193348"/>
                </a:solidFill>
                <a:latin typeface="DejaVu Sans"/>
                <a:ea typeface="DejaVu Sans"/>
                <a:cs typeface="DejaVu Sans"/>
              </a:defRPr>
            </a:lvl6pPr>
            <a:lvl7pPr>
              <a:buNone/>
              <a:defRPr sz="3300" b="1">
                <a:solidFill>
                  <a:srgbClr val="193348"/>
                </a:solidFill>
                <a:latin typeface="DejaVu Sans"/>
                <a:ea typeface="DejaVu Sans"/>
                <a:cs typeface="DejaVu Sans"/>
              </a:defRPr>
            </a:lvl7pPr>
            <a:lvl8pPr>
              <a:buNone/>
              <a:defRPr sz="3300" b="1">
                <a:solidFill>
                  <a:srgbClr val="193348"/>
                </a:solidFill>
                <a:latin typeface="DejaVu Sans"/>
                <a:ea typeface="DejaVu Sans"/>
                <a:cs typeface="DejaVu Sans"/>
              </a:defRPr>
            </a:lvl8pPr>
            <a:lvl9pPr>
              <a:buNone/>
              <a:defRPr sz="3300" b="1">
                <a:solidFill>
                  <a:srgbClr val="193348"/>
                </a:solidFill>
                <a:latin typeface="DejaVu Sans"/>
                <a:ea typeface="DejaVu Sans"/>
                <a:cs typeface="DejaVu Sans"/>
              </a:defRPr>
            </a:lvl9pPr>
          </a:lstStyle>
          <a:p xmlns:a="http://schemas.openxmlformats.org/drawingml/2006/main">
            <a:pPr>
              <a:buNone/>
              <a:defRPr sz="3300" b="1">
                <a:solidFill>
                  <a:srgbClr val="193348"/>
                </a:solidFill>
                <a:latin typeface="DejaVu Sans"/>
                <a:ea typeface="DejaVu Sans"/>
                <a:cs typeface="DejaVu Sans"/>
              </a:defRPr>
            </a:pPr>
            <a:r>
              <a:rPr sz="3300" b="1">
                <a:solidFill>
                  <a:srgbClr val="193348"/>
                </a:solidFill>
                <a:latin typeface="DejaVu Sans"/>
                <a:ea typeface="DejaVu Sans"/>
                <a:cs typeface="DejaVu Sans"/>
              </a:rPr>
              <a:t>Anexo de evidencia y preguntas</a:t>
            </a:r>
          </a:p>
        </p:txBody>
      </p:sp>
      <p:sp>
        <p:nvSpPr>
          <p:cNvPr id="2" name="text-1">
            <a:extLst xmlns:a="http://schemas.openxmlformats.org/drawingml/2006/main">
              <a:ext uri="{FF2B5EF4-FFF2-40B4-BE49-F238E27FC236}">
                <a16:creationId xmlns:a16="http://schemas.microsoft.com/office/drawing/2014/main" id="{698906FA-9374-4979-84EF-CB2DC45C1AF0}"/>
              </a:ext>
            </a:extLst>
          </p:cNvPr>
          <p:cNvSpPr>
            <a:spLocks xmlns:a="http://schemas.openxmlformats.org/drawingml/2006/main" noGrp="1"/>
          </p:cNvSpPr>
          <p:nvPr/>
        </p:nvSpPr>
        <p:spPr>
          <a:xfrm xmlns:a="http://schemas.openxmlformats.org/drawingml/2006/main">
            <a:off x="619125" y="6419850"/>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275" b="0">
                <a:solidFill>
                  <a:srgbClr val="4C6273"/>
                </a:solidFill>
                <a:latin typeface="DejaVu Sans"/>
                <a:ea typeface="DejaVu Sans"/>
                <a:cs typeface="DejaVu Sans"/>
              </a:defRPr>
            </a:defPPr>
            <a:lvl1pPr>
              <a:buNone/>
              <a:defRPr sz="1275" b="0">
                <a:solidFill>
                  <a:srgbClr val="4C6273"/>
                </a:solidFill>
                <a:latin typeface="DejaVu Sans"/>
                <a:ea typeface="DejaVu Sans"/>
                <a:cs typeface="DejaVu Sans"/>
              </a:defRPr>
            </a:lvl1pPr>
            <a:lvl2pPr>
              <a:buNone/>
              <a:defRPr sz="1275" b="0">
                <a:solidFill>
                  <a:srgbClr val="4C6273"/>
                </a:solidFill>
                <a:latin typeface="DejaVu Sans"/>
                <a:ea typeface="DejaVu Sans"/>
                <a:cs typeface="DejaVu Sans"/>
              </a:defRPr>
            </a:lvl2pPr>
            <a:lvl3pPr>
              <a:buNone/>
              <a:defRPr sz="1275" b="0">
                <a:solidFill>
                  <a:srgbClr val="4C6273"/>
                </a:solidFill>
                <a:latin typeface="DejaVu Sans"/>
                <a:ea typeface="DejaVu Sans"/>
                <a:cs typeface="DejaVu Sans"/>
              </a:defRPr>
            </a:lvl3pPr>
            <a:lvl4pPr>
              <a:buNone/>
              <a:defRPr sz="1275" b="0">
                <a:solidFill>
                  <a:srgbClr val="4C6273"/>
                </a:solidFill>
                <a:latin typeface="DejaVu Sans"/>
                <a:ea typeface="DejaVu Sans"/>
                <a:cs typeface="DejaVu Sans"/>
              </a:defRPr>
            </a:lvl4pPr>
            <a:lvl5pPr>
              <a:buNone/>
              <a:defRPr sz="1275" b="0">
                <a:solidFill>
                  <a:srgbClr val="4C6273"/>
                </a:solidFill>
                <a:latin typeface="DejaVu Sans"/>
                <a:ea typeface="DejaVu Sans"/>
                <a:cs typeface="DejaVu Sans"/>
              </a:defRPr>
            </a:lvl5pPr>
            <a:lvl6pPr>
              <a:buNone/>
              <a:defRPr sz="1275" b="0">
                <a:solidFill>
                  <a:srgbClr val="4C6273"/>
                </a:solidFill>
                <a:latin typeface="DejaVu Sans"/>
                <a:ea typeface="DejaVu Sans"/>
                <a:cs typeface="DejaVu Sans"/>
              </a:defRPr>
            </a:lvl6pPr>
            <a:lvl7pPr>
              <a:buNone/>
              <a:defRPr sz="1275" b="0">
                <a:solidFill>
                  <a:srgbClr val="4C6273"/>
                </a:solidFill>
                <a:latin typeface="DejaVu Sans"/>
                <a:ea typeface="DejaVu Sans"/>
                <a:cs typeface="DejaVu Sans"/>
              </a:defRPr>
            </a:lvl7pPr>
            <a:lvl8pPr>
              <a:buNone/>
              <a:defRPr sz="1275" b="0">
                <a:solidFill>
                  <a:srgbClr val="4C6273"/>
                </a:solidFill>
                <a:latin typeface="DejaVu Sans"/>
                <a:ea typeface="DejaVu Sans"/>
                <a:cs typeface="DejaVu Sans"/>
              </a:defRPr>
            </a:lvl8pPr>
            <a:lvl9pPr>
              <a:buNone/>
              <a:defRPr sz="1275" b="0">
                <a:solidFill>
                  <a:srgbClr val="4C6273"/>
                </a:solidFill>
                <a:latin typeface="DejaVu Sans"/>
                <a:ea typeface="DejaVu Sans"/>
                <a:cs typeface="DejaVu Sans"/>
              </a:defRPr>
            </a:lvl9pPr>
          </a:lstStyle>
          <a:p xmlns:a="http://schemas.openxmlformats.org/drawingml/2006/main">
            <a:pPr>
              <a:buNone/>
              <a:defRPr sz="1275" b="0">
                <a:solidFill>
                  <a:srgbClr val="4C6273"/>
                </a:solidFill>
                <a:latin typeface="DejaVu Sans"/>
                <a:ea typeface="DejaVu Sans"/>
                <a:cs typeface="DejaVu Sans"/>
              </a:defRPr>
            </a:pPr>
            <a:r>
              <a:rPr sz="1275" b="0">
                <a:solidFill>
                  <a:srgbClr val="4C6273"/>
                </a:solidFill>
                <a:latin typeface="DejaVu Sans"/>
                <a:ea typeface="DejaVu Sans"/>
                <a:cs typeface="DejaVu Sans"/>
              </a:rPr>
              <a:t>AsistenteReg EP2</a:t>
            </a:r>
          </a:p>
        </p:txBody>
      </p:sp>
      <p:sp>
        <p:nvSpPr>
          <p:cNvPr id="3" name="text-2">
            <a:extLst xmlns:a="http://schemas.openxmlformats.org/drawingml/2006/main">
              <a:ext uri="{FF2B5EF4-FFF2-40B4-BE49-F238E27FC236}">
                <a16:creationId xmlns:a16="http://schemas.microsoft.com/office/drawing/2014/main" id="{422CBE2D-8314-454F-925A-0B3D83341ACA}"/>
              </a:ext>
            </a:extLst>
          </p:cNvPr>
          <p:cNvSpPr>
            <a:spLocks xmlns:a="http://schemas.openxmlformats.org/drawingml/2006/main" noGrp="1"/>
          </p:cNvSpPr>
          <p:nvPr/>
        </p:nvSpPr>
        <p:spPr>
          <a:xfrm xmlns:a="http://schemas.openxmlformats.org/drawingml/2006/main">
            <a:off x="11144250" y="641985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275" b="0">
                <a:solidFill>
                  <a:srgbClr val="4C6273"/>
                </a:solidFill>
                <a:latin typeface="DejaVu Sans"/>
                <a:ea typeface="DejaVu Sans"/>
                <a:cs typeface="DejaVu Sans"/>
              </a:defRPr>
            </a:defPPr>
            <a:lvl1pPr>
              <a:buNone/>
              <a:defRPr sz="1275" b="0">
                <a:solidFill>
                  <a:srgbClr val="4C6273"/>
                </a:solidFill>
                <a:latin typeface="DejaVu Sans"/>
                <a:ea typeface="DejaVu Sans"/>
                <a:cs typeface="DejaVu Sans"/>
              </a:defRPr>
            </a:lvl1pPr>
            <a:lvl2pPr>
              <a:buNone/>
              <a:defRPr sz="1275" b="0">
                <a:solidFill>
                  <a:srgbClr val="4C6273"/>
                </a:solidFill>
                <a:latin typeface="DejaVu Sans"/>
                <a:ea typeface="DejaVu Sans"/>
                <a:cs typeface="DejaVu Sans"/>
              </a:defRPr>
            </a:lvl2pPr>
            <a:lvl3pPr>
              <a:buNone/>
              <a:defRPr sz="1275" b="0">
                <a:solidFill>
                  <a:srgbClr val="4C6273"/>
                </a:solidFill>
                <a:latin typeface="DejaVu Sans"/>
                <a:ea typeface="DejaVu Sans"/>
                <a:cs typeface="DejaVu Sans"/>
              </a:defRPr>
            </a:lvl3pPr>
            <a:lvl4pPr>
              <a:buNone/>
              <a:defRPr sz="1275" b="0">
                <a:solidFill>
                  <a:srgbClr val="4C6273"/>
                </a:solidFill>
                <a:latin typeface="DejaVu Sans"/>
                <a:ea typeface="DejaVu Sans"/>
                <a:cs typeface="DejaVu Sans"/>
              </a:defRPr>
            </a:lvl4pPr>
            <a:lvl5pPr>
              <a:buNone/>
              <a:defRPr sz="1275" b="0">
                <a:solidFill>
                  <a:srgbClr val="4C6273"/>
                </a:solidFill>
                <a:latin typeface="DejaVu Sans"/>
                <a:ea typeface="DejaVu Sans"/>
                <a:cs typeface="DejaVu Sans"/>
              </a:defRPr>
            </a:lvl5pPr>
            <a:lvl6pPr>
              <a:buNone/>
              <a:defRPr sz="1275" b="0">
                <a:solidFill>
                  <a:srgbClr val="4C6273"/>
                </a:solidFill>
                <a:latin typeface="DejaVu Sans"/>
                <a:ea typeface="DejaVu Sans"/>
                <a:cs typeface="DejaVu Sans"/>
              </a:defRPr>
            </a:lvl6pPr>
            <a:lvl7pPr>
              <a:buNone/>
              <a:defRPr sz="1275" b="0">
                <a:solidFill>
                  <a:srgbClr val="4C6273"/>
                </a:solidFill>
                <a:latin typeface="DejaVu Sans"/>
                <a:ea typeface="DejaVu Sans"/>
                <a:cs typeface="DejaVu Sans"/>
              </a:defRPr>
            </a:lvl7pPr>
            <a:lvl8pPr>
              <a:buNone/>
              <a:defRPr sz="1275" b="0">
                <a:solidFill>
                  <a:srgbClr val="4C6273"/>
                </a:solidFill>
                <a:latin typeface="DejaVu Sans"/>
                <a:ea typeface="DejaVu Sans"/>
                <a:cs typeface="DejaVu Sans"/>
              </a:defRPr>
            </a:lvl8pPr>
            <a:lvl9pPr>
              <a:buNone/>
              <a:defRPr sz="1275" b="0">
                <a:solidFill>
                  <a:srgbClr val="4C6273"/>
                </a:solidFill>
                <a:latin typeface="DejaVu Sans"/>
                <a:ea typeface="DejaVu Sans"/>
                <a:cs typeface="DejaVu Sans"/>
              </a:defRPr>
            </a:lvl9pPr>
          </a:lstStyle>
          <a:p xmlns:a="http://schemas.openxmlformats.org/drawingml/2006/main">
            <a:pPr>
              <a:buNone/>
              <a:defRPr sz="1275" b="0">
                <a:solidFill>
                  <a:srgbClr val="4C6273"/>
                </a:solidFill>
                <a:latin typeface="DejaVu Sans"/>
                <a:ea typeface="DejaVu Sans"/>
                <a:cs typeface="DejaVu Sans"/>
              </a:defRPr>
            </a:pPr>
            <a:r>
              <a:rPr sz="1275" b="0">
                <a:solidFill>
                  <a:srgbClr val="4C6273"/>
                </a:solidFill>
                <a:latin typeface="DejaVu Sans"/>
                <a:ea typeface="DejaVu Sans"/>
                <a:cs typeface="DejaVu Sans"/>
              </a:rPr>
              <a:t>6</a:t>
            </a:r>
          </a:p>
        </p:txBody>
      </p:sp>
      <p:sp>
        <p:nvSpPr>
          <p:cNvPr id="4" name="text-3">
            <a:extLst xmlns:a="http://schemas.openxmlformats.org/drawingml/2006/main">
              <a:ext uri="{FF2B5EF4-FFF2-40B4-BE49-F238E27FC236}">
                <a16:creationId xmlns:a16="http://schemas.microsoft.com/office/drawing/2014/main" id="{7B0F87E2-682E-491E-9DD8-B5E0323C571A}"/>
              </a:ext>
            </a:extLst>
          </p:cNvPr>
          <p:cNvSpPr>
            <a:spLocks xmlns:a="http://schemas.openxmlformats.org/drawingml/2006/main" noGrp="1"/>
          </p:cNvSpPr>
          <p:nvPr/>
        </p:nvSpPr>
        <p:spPr>
          <a:xfrm xmlns:a="http://schemas.openxmlformats.org/drawingml/2006/main">
            <a:off x="619125" y="1581150"/>
            <a:ext cx="105727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550" b="1">
                <a:solidFill>
                  <a:srgbClr val="1E7B80"/>
                </a:solidFill>
                <a:latin typeface="DejaVu Sans"/>
                <a:ea typeface="DejaVu Sans"/>
                <a:cs typeface="DejaVu Sans"/>
              </a:defRPr>
            </a:defPPr>
            <a:lvl1pPr>
              <a:buNone/>
              <a:defRPr sz="2550" b="1">
                <a:solidFill>
                  <a:srgbClr val="1E7B80"/>
                </a:solidFill>
                <a:latin typeface="DejaVu Sans"/>
                <a:ea typeface="DejaVu Sans"/>
                <a:cs typeface="DejaVu Sans"/>
              </a:defRPr>
            </a:lvl1pPr>
            <a:lvl2pPr>
              <a:buNone/>
              <a:defRPr sz="2550" b="1">
                <a:solidFill>
                  <a:srgbClr val="1E7B80"/>
                </a:solidFill>
                <a:latin typeface="DejaVu Sans"/>
                <a:ea typeface="DejaVu Sans"/>
                <a:cs typeface="DejaVu Sans"/>
              </a:defRPr>
            </a:lvl2pPr>
            <a:lvl3pPr>
              <a:buNone/>
              <a:defRPr sz="2550" b="1">
                <a:solidFill>
                  <a:srgbClr val="1E7B80"/>
                </a:solidFill>
                <a:latin typeface="DejaVu Sans"/>
                <a:ea typeface="DejaVu Sans"/>
                <a:cs typeface="DejaVu Sans"/>
              </a:defRPr>
            </a:lvl3pPr>
            <a:lvl4pPr>
              <a:buNone/>
              <a:defRPr sz="2550" b="1">
                <a:solidFill>
                  <a:srgbClr val="1E7B80"/>
                </a:solidFill>
                <a:latin typeface="DejaVu Sans"/>
                <a:ea typeface="DejaVu Sans"/>
                <a:cs typeface="DejaVu Sans"/>
              </a:defRPr>
            </a:lvl4pPr>
            <a:lvl5pPr>
              <a:buNone/>
              <a:defRPr sz="2550" b="1">
                <a:solidFill>
                  <a:srgbClr val="1E7B80"/>
                </a:solidFill>
                <a:latin typeface="DejaVu Sans"/>
                <a:ea typeface="DejaVu Sans"/>
                <a:cs typeface="DejaVu Sans"/>
              </a:defRPr>
            </a:lvl5pPr>
            <a:lvl6pPr>
              <a:buNone/>
              <a:defRPr sz="2550" b="1">
                <a:solidFill>
                  <a:srgbClr val="1E7B80"/>
                </a:solidFill>
                <a:latin typeface="DejaVu Sans"/>
                <a:ea typeface="DejaVu Sans"/>
                <a:cs typeface="DejaVu Sans"/>
              </a:defRPr>
            </a:lvl6pPr>
            <a:lvl7pPr>
              <a:buNone/>
              <a:defRPr sz="2550" b="1">
                <a:solidFill>
                  <a:srgbClr val="1E7B80"/>
                </a:solidFill>
                <a:latin typeface="DejaVu Sans"/>
                <a:ea typeface="DejaVu Sans"/>
                <a:cs typeface="DejaVu Sans"/>
              </a:defRPr>
            </a:lvl7pPr>
            <a:lvl8pPr>
              <a:buNone/>
              <a:defRPr sz="2550" b="1">
                <a:solidFill>
                  <a:srgbClr val="1E7B80"/>
                </a:solidFill>
                <a:latin typeface="DejaVu Sans"/>
                <a:ea typeface="DejaVu Sans"/>
                <a:cs typeface="DejaVu Sans"/>
              </a:defRPr>
            </a:lvl8pPr>
            <a:lvl9pPr>
              <a:buNone/>
              <a:defRPr sz="2550" b="1">
                <a:solidFill>
                  <a:srgbClr val="1E7B80"/>
                </a:solidFill>
                <a:latin typeface="DejaVu Sans"/>
                <a:ea typeface="DejaVu Sans"/>
                <a:cs typeface="DejaVu Sans"/>
              </a:defRPr>
            </a:lvl9pPr>
          </a:lstStyle>
          <a:p xmlns:a="http://schemas.openxmlformats.org/drawingml/2006/main">
            <a:pPr>
              <a:buNone/>
              <a:defRPr sz="2550" b="1">
                <a:solidFill>
                  <a:srgbClr val="1E7B80"/>
                </a:solidFill>
                <a:latin typeface="DejaVu Sans"/>
                <a:ea typeface="DejaVu Sans"/>
                <a:cs typeface="DejaVu Sans"/>
              </a:defRPr>
            </a:pPr>
            <a:r>
              <a:rPr sz="2550" b="1">
                <a:solidFill>
                  <a:srgbClr val="1E7B80"/>
                </a:solidFill>
                <a:latin typeface="DejaVu Sans"/>
                <a:ea typeface="DejaVu Sans"/>
                <a:cs typeface="DejaVu Sans"/>
              </a:rPr>
              <a:t>78 pruebas automáticas aprobadas</a:t>
            </a:r>
          </a:p>
        </p:txBody>
      </p:sp>
      <p:sp>
        <p:nvSpPr>
          <p:cNvPr id="5" name="text-4">
            <a:extLst xmlns:a="http://schemas.openxmlformats.org/drawingml/2006/main">
              <a:ext uri="{FF2B5EF4-FFF2-40B4-BE49-F238E27FC236}">
                <a16:creationId xmlns:a16="http://schemas.microsoft.com/office/drawing/2014/main" id="{C0E59AE7-D0E4-4F34-917B-4706F0F996A3}"/>
              </a:ext>
            </a:extLst>
          </p:cNvPr>
          <p:cNvSpPr>
            <a:spLocks xmlns:a="http://schemas.openxmlformats.org/drawingml/2006/main" noGrp="1"/>
          </p:cNvSpPr>
          <p:nvPr/>
        </p:nvSpPr>
        <p:spPr>
          <a:xfrm xmlns:a="http://schemas.openxmlformats.org/drawingml/2006/main">
            <a:off x="619125" y="2514600"/>
            <a:ext cx="10763250" cy="2143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1950" b="0">
                <a:solidFill>
                  <a:srgbClr val="193348"/>
                </a:solidFill>
                <a:latin typeface="DejaVu Sans"/>
                <a:ea typeface="DejaVu Sans"/>
                <a:cs typeface="DejaVu Sans"/>
              </a:defRPr>
            </a:defPPr>
            <a:lvl1pPr>
              <a:buNone/>
              <a:defRPr sz="1950" b="0">
                <a:solidFill>
                  <a:srgbClr val="193348"/>
                </a:solidFill>
                <a:latin typeface="DejaVu Sans"/>
                <a:ea typeface="DejaVu Sans"/>
                <a:cs typeface="DejaVu Sans"/>
              </a:defRPr>
            </a:lvl1pPr>
            <a:lvl2pPr>
              <a:buNone/>
              <a:defRPr sz="1950" b="0">
                <a:solidFill>
                  <a:srgbClr val="193348"/>
                </a:solidFill>
                <a:latin typeface="DejaVu Sans"/>
                <a:ea typeface="DejaVu Sans"/>
                <a:cs typeface="DejaVu Sans"/>
              </a:defRPr>
            </a:lvl2pPr>
            <a:lvl3pPr>
              <a:buNone/>
              <a:defRPr sz="1950" b="0">
                <a:solidFill>
                  <a:srgbClr val="193348"/>
                </a:solidFill>
                <a:latin typeface="DejaVu Sans"/>
                <a:ea typeface="DejaVu Sans"/>
                <a:cs typeface="DejaVu Sans"/>
              </a:defRPr>
            </a:lvl3pPr>
            <a:lvl4pPr>
              <a:buNone/>
              <a:defRPr sz="1950" b="0">
                <a:solidFill>
                  <a:srgbClr val="193348"/>
                </a:solidFill>
                <a:latin typeface="DejaVu Sans"/>
                <a:ea typeface="DejaVu Sans"/>
                <a:cs typeface="DejaVu Sans"/>
              </a:defRPr>
            </a:lvl4pPr>
            <a:lvl5pPr>
              <a:buNone/>
              <a:defRPr sz="1950" b="0">
                <a:solidFill>
                  <a:srgbClr val="193348"/>
                </a:solidFill>
                <a:latin typeface="DejaVu Sans"/>
                <a:ea typeface="DejaVu Sans"/>
                <a:cs typeface="DejaVu Sans"/>
              </a:defRPr>
            </a:lvl5pPr>
            <a:lvl6pPr>
              <a:buNone/>
              <a:defRPr sz="1950" b="0">
                <a:solidFill>
                  <a:srgbClr val="193348"/>
                </a:solidFill>
                <a:latin typeface="DejaVu Sans"/>
                <a:ea typeface="DejaVu Sans"/>
                <a:cs typeface="DejaVu Sans"/>
              </a:defRPr>
            </a:lvl6pPr>
            <a:lvl7pPr>
              <a:buNone/>
              <a:defRPr sz="1950" b="0">
                <a:solidFill>
                  <a:srgbClr val="193348"/>
                </a:solidFill>
                <a:latin typeface="DejaVu Sans"/>
                <a:ea typeface="DejaVu Sans"/>
                <a:cs typeface="DejaVu Sans"/>
              </a:defRPr>
            </a:lvl7pPr>
            <a:lvl8pPr>
              <a:buNone/>
              <a:defRPr sz="1950" b="0">
                <a:solidFill>
                  <a:srgbClr val="193348"/>
                </a:solidFill>
                <a:latin typeface="DejaVu Sans"/>
                <a:ea typeface="DejaVu Sans"/>
                <a:cs typeface="DejaVu Sans"/>
              </a:defRPr>
            </a:lvl8pPr>
            <a:lvl9pPr>
              <a:buNone/>
              <a:defRPr sz="1950" b="0">
                <a:solidFill>
                  <a:srgbClr val="193348"/>
                </a:solidFill>
                <a:latin typeface="DejaVu Sans"/>
                <a:ea typeface="DejaVu Sans"/>
                <a:cs typeface="DejaVu Sans"/>
              </a:defRPr>
            </a:lvl9pPr>
          </a:lstStyle>
          <a:p xmlns:a="http://schemas.openxmlformats.org/drawingml/2006/main">
            <a:pPr>
              <a:buNone/>
              <a:defRPr sz="1950" b="0">
                <a:solidFill>
                  <a:srgbClr val="193348"/>
                </a:solidFill>
                <a:latin typeface="DejaVu Sans"/>
                <a:ea typeface="DejaVu Sans"/>
                <a:cs typeface="DejaVu Sans"/>
              </a:defRPr>
            </a:pPr>
            <a:r>
              <a:rPr sz="1950" b="0">
                <a:solidFill>
                  <a:srgbClr val="193348"/>
                </a:solidFill>
                <a:latin typeface="DejaVu Sans"/>
                <a:ea typeface="DejaVu Sans"/>
                <a:cs typeface="DejaVu Sans"/>
              </a:rPr>
              <a:t>73 pruebas sin IA y 5 PostgreSQL</a:t>
            </a:r>
          </a:p>
          <a:p xmlns:a="http://schemas.openxmlformats.org/drawingml/2006/main">
            <a:pPr>
              <a:buNone/>
              <a:defRPr sz="1950" b="0">
                <a:solidFill>
                  <a:srgbClr val="193348"/>
                </a:solidFill>
                <a:latin typeface="DejaVu Sans"/>
                <a:ea typeface="DejaVu Sans"/>
                <a:cs typeface="DejaVu Sans"/>
              </a:defRPr>
            </a:pPr>
            <a:r>
              <a:rPr sz="1950" b="0">
                <a:solidFill>
                  <a:srgbClr val="193348"/>
                </a:solidFill>
                <a:latin typeface="DejaVu Sans"/>
                <a:ea typeface="DejaVu Sans"/>
                <a:cs typeface="DejaVu Sans"/>
              </a:rPr>
              <a:t>SDK simulado y PostgreSQL embebido</a:t>
            </a:r>
          </a:p>
          <a:p xmlns:a="http://schemas.openxmlformats.org/drawingml/2006/main">
            <a:pPr>
              <a:buNone/>
              <a:defRPr sz="1950" b="0">
                <a:solidFill>
                  <a:srgbClr val="193348"/>
                </a:solidFill>
                <a:latin typeface="DejaVu Sans"/>
                <a:ea typeface="DejaVu Sans"/>
                <a:cs typeface="DejaVu Sans"/>
              </a:defRPr>
            </a:pPr>
            <a:r>
              <a:rPr sz="1950" b="0">
                <a:solidFill>
                  <a:srgbClr val="193348"/>
                </a:solidFill>
                <a:latin typeface="DejaVu Sans"/>
                <a:ea typeface="DejaVu Sans"/>
                <a:cs typeface="DejaVu Sans"/>
              </a:rPr>
              <a:t>Manual original: cuatro archivos y 17 fragmentos</a:t>
            </a:r>
          </a:p>
          <a:p xmlns:a="http://schemas.openxmlformats.org/drawingml/2006/main">
            <a:pPr>
              <a:buNone/>
              <a:defRPr sz="1950" b="0">
                <a:solidFill>
                  <a:srgbClr val="193348"/>
                </a:solidFill>
                <a:latin typeface="DejaVu Sans"/>
                <a:ea typeface="DejaVu Sans"/>
                <a:cs typeface="DejaVu Sans"/>
              </a:defRPr>
            </a:pPr>
            <a:r>
              <a:rPr sz="1950" b="0">
                <a:solidFill>
                  <a:srgbClr val="193348"/>
                </a:solidFill>
                <a:latin typeface="DejaVu Sans"/>
                <a:ea typeface="DejaVu Sans"/>
                <a:cs typeface="DejaVu Sans"/>
              </a:rPr>
              <a:t>Neon: tablas y retención verificadas por SQL</a:t>
            </a:r>
          </a:p>
          <a:p xmlns:a="http://schemas.openxmlformats.org/drawingml/2006/main">
            <a:pPr>
              <a:buNone/>
              <a:defRPr sz="1950" b="0">
                <a:solidFill>
                  <a:srgbClr val="193348"/>
                </a:solidFill>
                <a:latin typeface="DejaVu Sans"/>
                <a:ea typeface="DejaVu Sans"/>
                <a:cs typeface="DejaVu Sans"/>
              </a:defRPr>
            </a:pPr>
            <a:r>
              <a:rPr sz="1950" b="0">
                <a:solidFill>
                  <a:srgbClr val="193348"/>
                </a:solidFill>
                <a:latin typeface="DejaVu Sans"/>
                <a:ea typeface="DejaVu Sans"/>
                <a:cs typeface="DejaVu Sans"/>
              </a:rPr>
              <a:t>Ensayo real corregido: pendiente de exportar</a:t>
            </a:r>
          </a:p>
        </p:txBody>
      </p:sp>
      <p:sp>
        <p:nvSpPr>
          <p:cNvPr id="6" name="text-5">
            <a:extLst xmlns:a="http://schemas.openxmlformats.org/drawingml/2006/main">
              <a:ext uri="{FF2B5EF4-FFF2-40B4-BE49-F238E27FC236}">
                <a16:creationId xmlns:a16="http://schemas.microsoft.com/office/drawing/2014/main" id="{9A2C0E52-642A-4B44-AF9A-6BC8FD7CCBD4}"/>
              </a:ext>
            </a:extLst>
          </p:cNvPr>
          <p:cNvSpPr>
            <a:spLocks xmlns:a="http://schemas.openxmlformats.org/drawingml/2006/main" noGrp="1"/>
          </p:cNvSpPr>
          <p:nvPr/>
        </p:nvSpPr>
        <p:spPr>
          <a:xfrm xmlns:a="http://schemas.openxmlformats.org/drawingml/2006/main">
            <a:off x="619125" y="5429250"/>
            <a:ext cx="1066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defPPr>
              <a:defRPr sz="2025" b="1">
                <a:solidFill>
                  <a:srgbClr val="193348"/>
                </a:solidFill>
                <a:latin typeface="DejaVu Sans"/>
                <a:ea typeface="DejaVu Sans"/>
                <a:cs typeface="DejaVu Sans"/>
              </a:defRPr>
            </a:defPPr>
            <a:lvl1pPr>
              <a:buNone/>
              <a:defRPr sz="2025" b="1">
                <a:solidFill>
                  <a:srgbClr val="193348"/>
                </a:solidFill>
                <a:latin typeface="DejaVu Sans"/>
                <a:ea typeface="DejaVu Sans"/>
                <a:cs typeface="DejaVu Sans"/>
              </a:defRPr>
            </a:lvl1pPr>
            <a:lvl2pPr>
              <a:buNone/>
              <a:defRPr sz="2025" b="1">
                <a:solidFill>
                  <a:srgbClr val="193348"/>
                </a:solidFill>
                <a:latin typeface="DejaVu Sans"/>
                <a:ea typeface="DejaVu Sans"/>
                <a:cs typeface="DejaVu Sans"/>
              </a:defRPr>
            </a:lvl2pPr>
            <a:lvl3pPr>
              <a:buNone/>
              <a:defRPr sz="2025" b="1">
                <a:solidFill>
                  <a:srgbClr val="193348"/>
                </a:solidFill>
                <a:latin typeface="DejaVu Sans"/>
                <a:ea typeface="DejaVu Sans"/>
                <a:cs typeface="DejaVu Sans"/>
              </a:defRPr>
            </a:lvl3pPr>
            <a:lvl4pPr>
              <a:buNone/>
              <a:defRPr sz="2025" b="1">
                <a:solidFill>
                  <a:srgbClr val="193348"/>
                </a:solidFill>
                <a:latin typeface="DejaVu Sans"/>
                <a:ea typeface="DejaVu Sans"/>
                <a:cs typeface="DejaVu Sans"/>
              </a:defRPr>
            </a:lvl4pPr>
            <a:lvl5pPr>
              <a:buNone/>
              <a:defRPr sz="2025" b="1">
                <a:solidFill>
                  <a:srgbClr val="193348"/>
                </a:solidFill>
                <a:latin typeface="DejaVu Sans"/>
                <a:ea typeface="DejaVu Sans"/>
                <a:cs typeface="DejaVu Sans"/>
              </a:defRPr>
            </a:lvl5pPr>
            <a:lvl6pPr>
              <a:buNone/>
              <a:defRPr sz="2025" b="1">
                <a:solidFill>
                  <a:srgbClr val="193348"/>
                </a:solidFill>
                <a:latin typeface="DejaVu Sans"/>
                <a:ea typeface="DejaVu Sans"/>
                <a:cs typeface="DejaVu Sans"/>
              </a:defRPr>
            </a:lvl6pPr>
            <a:lvl7pPr>
              <a:buNone/>
              <a:defRPr sz="2025" b="1">
                <a:solidFill>
                  <a:srgbClr val="193348"/>
                </a:solidFill>
                <a:latin typeface="DejaVu Sans"/>
                <a:ea typeface="DejaVu Sans"/>
                <a:cs typeface="DejaVu Sans"/>
              </a:defRPr>
            </a:lvl7pPr>
            <a:lvl8pPr>
              <a:buNone/>
              <a:defRPr sz="2025" b="1">
                <a:solidFill>
                  <a:srgbClr val="193348"/>
                </a:solidFill>
                <a:latin typeface="DejaVu Sans"/>
                <a:ea typeface="DejaVu Sans"/>
                <a:cs typeface="DejaVu Sans"/>
              </a:defRPr>
            </a:lvl8pPr>
            <a:lvl9pPr>
              <a:buNone/>
              <a:defRPr sz="2025" b="1">
                <a:solidFill>
                  <a:srgbClr val="193348"/>
                </a:solidFill>
                <a:latin typeface="DejaVu Sans"/>
                <a:ea typeface="DejaVu Sans"/>
                <a:cs typeface="DejaVu Sans"/>
              </a:defRPr>
            </a:lvl9pPr>
          </a:lstStyle>
          <a:p xmlns:a="http://schemas.openxmlformats.org/drawingml/2006/main">
            <a:pPr>
              <a:buNone/>
              <a:defRPr sz="2025" b="1">
                <a:solidFill>
                  <a:srgbClr val="193348"/>
                </a:solidFill>
                <a:latin typeface="DejaVu Sans"/>
                <a:ea typeface="DejaVu Sans"/>
                <a:cs typeface="DejaVu Sans"/>
              </a:defRPr>
            </a:pPr>
            <a:r>
              <a:rPr sz="2025" b="1">
                <a:solidFill>
                  <a:srgbClr val="193348"/>
                </a:solidFill>
                <a:latin typeface="DejaVu Sans"/>
                <a:ea typeface="DejaVu Sans"/>
                <a:cs typeface="DejaVu Sans"/>
              </a:rPr>
              <a:t>Preguntas: tools, contexto, historial y servidor remoto</a:t>
            </a:r>
          </a:p>
        </p:txBody>
      </p:sp>
    </p:spTree>
    <p:extLst>
      <p:ext uri="{BB962C8B-B14F-4D97-AF65-F5344CB8AC3E}">
        <p14:creationId xmlns:p14="http://schemas.microsoft.com/office/powerpoint/2010/main" val="50825272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2026-10-20T19:55:44.9570000Z</dcterms:created>
  <dcterms:modified xsi:type="dcterms:W3CDTF">2026-10-20T19:55:44.9570000Z</dcterms:modified>
</coreProperties>
</file>